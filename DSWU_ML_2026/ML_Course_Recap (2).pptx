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5" r:id="rId7"/>
    <p:sldId id="275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8" r:id="rId19"/>
    <p:sldId id="280" r:id="rId20"/>
    <p:sldId id="284" r:id="rId21"/>
    <p:sldId id="271" r:id="rId22"/>
    <p:sldId id="276" r:id="rId23"/>
    <p:sldId id="273" r:id="rId24"/>
    <p:sldId id="274" r:id="rId25"/>
    <p:sldId id="282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EEF3F8"/>
    <a:srgbClr val="B1B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D9F7CA59-06CC-4D2E-94CF-67D6339AA370}"/>
    <pc:docChg chg="undo custSel addSld modSld sldOrd">
      <pc:chgData name="SHIN HYUN KIL" userId="d5bffe1d-586f-4b28-9005-eb11788ec385" providerId="ADAL" clId="{D9F7CA59-06CC-4D2E-94CF-67D6339AA370}" dt="2026-05-11T11:04:24.475" v="121" actId="20577"/>
      <pc:docMkLst>
        <pc:docMk/>
      </pc:docMkLst>
      <pc:sldChg chg="modSp mod">
        <pc:chgData name="SHIN HYUN KIL" userId="d5bffe1d-586f-4b28-9005-eb11788ec385" providerId="ADAL" clId="{D9F7CA59-06CC-4D2E-94CF-67D6339AA370}" dt="2026-05-11T11:01:55.130" v="99" actId="403"/>
        <pc:sldMkLst>
          <pc:docMk/>
          <pc:sldMk cId="0" sldId="261"/>
        </pc:sldMkLst>
        <pc:spChg chg="mod">
          <ac:chgData name="SHIN HYUN KIL" userId="d5bffe1d-586f-4b28-9005-eb11788ec385" providerId="ADAL" clId="{D9F7CA59-06CC-4D2E-94CF-67D6339AA370}" dt="2026-05-11T11:01:51.922" v="98" actId="403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HIN HYUN KIL" userId="d5bffe1d-586f-4b28-9005-eb11788ec385" providerId="ADAL" clId="{D9F7CA59-06CC-4D2E-94CF-67D6339AA370}" dt="2026-05-11T11:01:55.130" v="99" actId="403"/>
          <ac:spMkLst>
            <pc:docMk/>
            <pc:sldMk cId="0" sldId="261"/>
            <ac:spMk id="31" creationId="{00000000-0000-0000-0000-000000000000}"/>
          </ac:spMkLst>
        </pc:spChg>
      </pc:sldChg>
      <pc:sldChg chg="addSp delSp modSp mod">
        <pc:chgData name="SHIN HYUN KIL" userId="d5bffe1d-586f-4b28-9005-eb11788ec385" providerId="ADAL" clId="{D9F7CA59-06CC-4D2E-94CF-67D6339AA370}" dt="2026-05-11T10:56:19.441" v="84" actId="14100"/>
        <pc:sldMkLst>
          <pc:docMk/>
          <pc:sldMk cId="0" sldId="266"/>
        </pc:sldMkLst>
        <pc:spChg chg="add mod">
          <ac:chgData name="SHIN HYUN KIL" userId="d5bffe1d-586f-4b28-9005-eb11788ec385" providerId="ADAL" clId="{D9F7CA59-06CC-4D2E-94CF-67D6339AA370}" dt="2026-05-11T10:56:19.441" v="84" actId="14100"/>
          <ac:spMkLst>
            <pc:docMk/>
            <pc:sldMk cId="0" sldId="266"/>
            <ac:spMk id="7" creationId="{79B3B537-B284-D852-ED91-F0EF47E204F7}"/>
          </ac:spMkLst>
        </pc:spChg>
        <pc:spChg chg="mod">
          <ac:chgData name="SHIN HYUN KIL" userId="d5bffe1d-586f-4b28-9005-eb11788ec385" providerId="ADAL" clId="{D9F7CA59-06CC-4D2E-94CF-67D6339AA370}" dt="2026-05-11T10:55:27.743" v="78" actId="1037"/>
          <ac:spMkLst>
            <pc:docMk/>
            <pc:sldMk cId="0" sldId="266"/>
            <ac:spMk id="24" creationId="{E148BEA4-DDC1-45BB-9D26-B4D58AE17B54}"/>
          </ac:spMkLst>
        </pc:spChg>
        <pc:spChg chg="add del mod">
          <ac:chgData name="SHIN HYUN KIL" userId="d5bffe1d-586f-4b28-9005-eb11788ec385" providerId="ADAL" clId="{D9F7CA59-06CC-4D2E-94CF-67D6339AA370}" dt="2026-05-11T10:55:49.768" v="81" actId="478"/>
          <ac:spMkLst>
            <pc:docMk/>
            <pc:sldMk cId="0" sldId="266"/>
            <ac:spMk id="25" creationId="{F00E7113-D938-412F-A2C3-95D150A9BE36}"/>
          </ac:spMkLst>
        </pc:spChg>
        <pc:spChg chg="mod">
          <ac:chgData name="SHIN HYUN KIL" userId="d5bffe1d-586f-4b28-9005-eb11788ec385" providerId="ADAL" clId="{D9F7CA59-06CC-4D2E-94CF-67D6339AA370}" dt="2026-05-11T10:55:27.743" v="78" actId="1037"/>
          <ac:spMkLst>
            <pc:docMk/>
            <pc:sldMk cId="0" sldId="266"/>
            <ac:spMk id="29" creationId="{BD4C285A-FAC2-445A-BBE7-F9DFF5946C7E}"/>
          </ac:spMkLst>
        </pc:spChg>
        <pc:spChg chg="mod">
          <ac:chgData name="SHIN HYUN KIL" userId="d5bffe1d-586f-4b28-9005-eb11788ec385" providerId="ADAL" clId="{D9F7CA59-06CC-4D2E-94CF-67D6339AA370}" dt="2026-05-11T10:55:52.031" v="82" actId="1076"/>
          <ac:spMkLst>
            <pc:docMk/>
            <pc:sldMk cId="0" sldId="266"/>
            <ac:spMk id="30" creationId="{0B98B70E-782E-4FC1-B11A-840D49218CCB}"/>
          </ac:spMkLst>
        </pc:spChg>
        <pc:spChg chg="mod">
          <ac:chgData name="SHIN HYUN KIL" userId="d5bffe1d-586f-4b28-9005-eb11788ec385" providerId="ADAL" clId="{D9F7CA59-06CC-4D2E-94CF-67D6339AA370}" dt="2026-05-11T10:52:32.119" v="37" actId="1037"/>
          <ac:spMkLst>
            <pc:docMk/>
            <pc:sldMk cId="0" sldId="266"/>
            <ac:spMk id="34" creationId="{A62A6D2E-154D-4DFA-A9E5-36D2B7C17C12}"/>
          </ac:spMkLst>
        </pc:spChg>
        <pc:spChg chg="mod">
          <ac:chgData name="SHIN HYUN KIL" userId="d5bffe1d-586f-4b28-9005-eb11788ec385" providerId="ADAL" clId="{D9F7CA59-06CC-4D2E-94CF-67D6339AA370}" dt="2026-05-11T10:52:32.119" v="37" actId="1037"/>
          <ac:spMkLst>
            <pc:docMk/>
            <pc:sldMk cId="0" sldId="266"/>
            <ac:spMk id="35" creationId="{FCC23ED1-350D-4A12-AFAF-02B72680C617}"/>
          </ac:spMkLst>
        </pc:spChg>
        <pc:spChg chg="mod">
          <ac:chgData name="SHIN HYUN KIL" userId="d5bffe1d-586f-4b28-9005-eb11788ec385" providerId="ADAL" clId="{D9F7CA59-06CC-4D2E-94CF-67D6339AA370}" dt="2026-05-11T10:52:32.119" v="37" actId="1037"/>
          <ac:spMkLst>
            <pc:docMk/>
            <pc:sldMk cId="0" sldId="266"/>
            <ac:spMk id="36" creationId="{C4007082-2320-4A19-944B-4ED21C3E7F7D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37" creationId="{40B1B4E3-D550-43B1-8546-33ADEB76E181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38" creationId="{83C71427-ECF6-4057-8FE7-7770027EFA59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39" creationId="{0460A52E-96C0-4D52-8AF5-941232611D64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0" creationId="{947A6B04-B0D7-472B-A0C7-034886A9DB12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1" creationId="{5D88DDF1-58B7-49DB-A88B-251C028FBA37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2" creationId="{421D4C88-375F-4F96-AF86-5FEF34D30A79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3" creationId="{973FD8BF-A240-4C90-893E-0440C3E0FD93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4" creationId="{E0B42613-78E3-4DAB-BBFA-C2FB9D7296A9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5" creationId="{ED57D2B2-6A3F-4746-B9A5-AC87FEBD324A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6" creationId="{6CFA4252-DCFB-4D63-A841-AE753350C1DE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7" creationId="{5E720504-DFC5-40E0-9FE8-C6D20A80E542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48" creationId="{42E63673-9D16-49D4-86BE-7228ECDFAE62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52" creationId="{D4BE48D1-A051-4969-9CDF-D244D3CD4E9F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53" creationId="{3037B7FF-6A73-4246-AA5F-FBD48A99760D}"/>
          </ac:spMkLst>
        </pc:spChg>
        <pc:spChg chg="mod">
          <ac:chgData name="SHIN HYUN KIL" userId="d5bffe1d-586f-4b28-9005-eb11788ec385" providerId="ADAL" clId="{D9F7CA59-06CC-4D2E-94CF-67D6339AA370}" dt="2026-05-11T10:54:03.159" v="59" actId="1038"/>
          <ac:spMkLst>
            <pc:docMk/>
            <pc:sldMk cId="0" sldId="266"/>
            <ac:spMk id="54" creationId="{BA1647F3-8EE1-433E-BDEE-02EF225DF966}"/>
          </ac:spMkLst>
        </pc:spChg>
        <pc:spChg chg="mod">
          <ac:chgData name="SHIN HYUN KIL" userId="d5bffe1d-586f-4b28-9005-eb11788ec385" providerId="ADAL" clId="{D9F7CA59-06CC-4D2E-94CF-67D6339AA370}" dt="2026-05-11T10:54:45.291" v="71" actId="1037"/>
          <ac:spMkLst>
            <pc:docMk/>
            <pc:sldMk cId="0" sldId="266"/>
            <ac:spMk id="55" creationId="{6E8B864F-D770-4F37-A151-3805B8CEEB73}"/>
          </ac:spMkLst>
        </pc:spChg>
        <pc:spChg chg="mod">
          <ac:chgData name="SHIN HYUN KIL" userId="d5bffe1d-586f-4b28-9005-eb11788ec385" providerId="ADAL" clId="{D9F7CA59-06CC-4D2E-94CF-67D6339AA370}" dt="2026-05-11T10:54:45.291" v="71" actId="1037"/>
          <ac:spMkLst>
            <pc:docMk/>
            <pc:sldMk cId="0" sldId="266"/>
            <ac:spMk id="56" creationId="{14B29AFE-0E7A-4B3B-A732-AAD0A4EE4438}"/>
          </ac:spMkLst>
        </pc:spChg>
      </pc:sldChg>
      <pc:sldChg chg="modSp mod">
        <pc:chgData name="SHIN HYUN KIL" userId="d5bffe1d-586f-4b28-9005-eb11788ec385" providerId="ADAL" clId="{D9F7CA59-06CC-4D2E-94CF-67D6339AA370}" dt="2026-05-11T11:04:24.475" v="121" actId="20577"/>
        <pc:sldMkLst>
          <pc:docMk/>
          <pc:sldMk cId="0" sldId="268"/>
        </pc:sldMkLst>
        <pc:graphicFrameChg chg="mod modGraphic">
          <ac:chgData name="SHIN HYUN KIL" userId="d5bffe1d-586f-4b28-9005-eb11788ec385" providerId="ADAL" clId="{D9F7CA59-06CC-4D2E-94CF-67D6339AA370}" dt="2026-05-11T11:04:24.475" v="121" actId="20577"/>
          <ac:graphicFrameMkLst>
            <pc:docMk/>
            <pc:sldMk cId="0" sldId="268"/>
            <ac:graphicFrameMk id="9" creationId="{00000000-0000-0000-0000-000000000000}"/>
          </ac:graphicFrameMkLst>
        </pc:graphicFrameChg>
      </pc:sldChg>
      <pc:sldChg chg="ord">
        <pc:chgData name="SHIN HYUN KIL" userId="d5bffe1d-586f-4b28-9005-eb11788ec385" providerId="ADAL" clId="{D9F7CA59-06CC-4D2E-94CF-67D6339AA370}" dt="2026-05-11T11:02:26.788" v="101"/>
        <pc:sldMkLst>
          <pc:docMk/>
          <pc:sldMk cId="1254619873" sldId="275"/>
        </pc:sldMkLst>
      </pc:sldChg>
      <pc:sldChg chg="addSp new mod">
        <pc:chgData name="SHIN HYUN KIL" userId="d5bffe1d-586f-4b28-9005-eb11788ec385" providerId="ADAL" clId="{D9F7CA59-06CC-4D2E-94CF-67D6339AA370}" dt="2026-05-11T11:01:41.688" v="94" actId="22"/>
        <pc:sldMkLst>
          <pc:docMk/>
          <pc:sldMk cId="2778841353" sldId="285"/>
        </pc:sldMkLst>
        <pc:picChg chg="add">
          <ac:chgData name="SHIN HYUN KIL" userId="d5bffe1d-586f-4b28-9005-eb11788ec385" providerId="ADAL" clId="{D9F7CA59-06CC-4D2E-94CF-67D6339AA370}" dt="2026-05-11T11:01:41.688" v="94" actId="22"/>
          <ac:picMkLst>
            <pc:docMk/>
            <pc:sldMk cId="2778841353" sldId="285"/>
            <ac:picMk id="3" creationId="{437B3A24-E2A7-ADDE-C1F0-811BA3920D52}"/>
          </ac:picMkLst>
        </pc:picChg>
      </pc:sldChg>
    </pc:docChg>
  </pc:docChgLst>
  <pc:docChgLst>
    <pc:chgData name="SHIN HYUN KIL" userId="d5bffe1d-586f-4b28-9005-eb11788ec385" providerId="ADAL" clId="{28E738DF-29E1-46A8-86AB-86F3687E81D9}"/>
    <pc:docChg chg="undo custSel addSld delSld modSld">
      <pc:chgData name="SHIN HYUN KIL" userId="d5bffe1d-586f-4b28-9005-eb11788ec385" providerId="ADAL" clId="{28E738DF-29E1-46A8-86AB-86F3687E81D9}" dt="2026-05-09T09:50:15.115" v="4019" actId="20577"/>
      <pc:docMkLst>
        <pc:docMk/>
      </pc:docMkLst>
      <pc:sldChg chg="modSp mod">
        <pc:chgData name="SHIN HYUN KIL" userId="d5bffe1d-586f-4b28-9005-eb11788ec385" providerId="ADAL" clId="{28E738DF-29E1-46A8-86AB-86F3687E81D9}" dt="2026-05-09T09:49:39.127" v="3994" actId="20577"/>
        <pc:sldMkLst>
          <pc:docMk/>
          <pc:sldMk cId="0" sldId="256"/>
        </pc:sldMkLst>
        <pc:spChg chg="mod">
          <ac:chgData name="SHIN HYUN KIL" userId="d5bffe1d-586f-4b28-9005-eb11788ec385" providerId="ADAL" clId="{28E738DF-29E1-46A8-86AB-86F3687E81D9}" dt="2026-05-09T08:51:05.675" v="85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49:39.127" v="3994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48:30.378" v="3960" actId="403"/>
          <ac:spMkLst>
            <pc:docMk/>
            <pc:sldMk cId="0" sldId="256"/>
            <ac:spMk id="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48:33.886" v="3962" actId="40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48:50.817" v="3971" actId="20577"/>
          <ac:spMkLst>
            <pc:docMk/>
            <pc:sldMk cId="0" sldId="256"/>
            <ac:spMk id="12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135" v="3731"/>
        <pc:sldMkLst>
          <pc:docMk/>
          <pc:sldMk cId="0" sldId="257"/>
        </pc:sldMkLst>
        <pc:spChg chg="mod">
          <ac:chgData name="SHIN HYUN KIL" userId="d5bffe1d-586f-4b28-9005-eb11788ec385" providerId="ADAL" clId="{28E738DF-29E1-46A8-86AB-86F3687E81D9}" dt="2026-05-09T08:51:16.591" v="860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1:19.720" v="862" actId="403"/>
          <ac:spMkLst>
            <pc:docMk/>
            <pc:sldMk cId="0" sldId="257"/>
            <ac:spMk id="12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130" v="1629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135" v="3731"/>
          <ac:spMkLst>
            <pc:docMk/>
            <pc:sldMk cId="0" sldId="257"/>
            <ac:spMk id="14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156" v="3732"/>
        <pc:sldMkLst>
          <pc:docMk/>
          <pc:sldMk cId="0" sldId="258"/>
        </pc:sldMkLst>
        <pc:spChg chg="mod">
          <ac:chgData name="SHIN HYUN KIL" userId="d5bffe1d-586f-4b28-9005-eb11788ec385" providerId="ADAL" clId="{28E738DF-29E1-46A8-86AB-86F3687E81D9}" dt="2026-05-09T08:51:46.699" v="864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1:49.652" v="866" actId="403"/>
          <ac:spMkLst>
            <pc:docMk/>
            <pc:sldMk cId="0" sldId="258"/>
            <ac:spMk id="1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182" v="163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156" v="3732"/>
          <ac:spMkLst>
            <pc:docMk/>
            <pc:sldMk cId="0" sldId="258"/>
            <ac:spMk id="17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166" v="3733"/>
        <pc:sldMkLst>
          <pc:docMk/>
          <pc:sldMk cId="0" sldId="259"/>
        </pc:sldMkLst>
        <pc:spChg chg="mod">
          <ac:chgData name="SHIN HYUN KIL" userId="d5bffe1d-586f-4b28-9005-eb11788ec385" providerId="ADAL" clId="{28E738DF-29E1-46A8-86AB-86F3687E81D9}" dt="2026-05-09T08:52:02.688" v="868" actId="403"/>
          <ac:spMkLst>
            <pc:docMk/>
            <pc:sldMk cId="0" sldId="259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1:58.606" v="867" actId="14100"/>
          <ac:spMkLst>
            <pc:docMk/>
            <pc:sldMk cId="0" sldId="259"/>
            <ac:spMk id="1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198" v="163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166" v="3733"/>
          <ac:spMkLst>
            <pc:docMk/>
            <pc:sldMk cId="0" sldId="259"/>
            <ac:spMk id="14" creationId="{00000000-0000-0000-0000-000000000000}"/>
          </ac:spMkLst>
        </pc:spChg>
      </pc:sldChg>
      <pc:sldChg chg="addSp delSp modSp mod">
        <pc:chgData name="SHIN HYUN KIL" userId="d5bffe1d-586f-4b28-9005-eb11788ec385" providerId="ADAL" clId="{28E738DF-29E1-46A8-86AB-86F3687E81D9}" dt="2026-05-09T09:39:39.173" v="3734"/>
        <pc:sldMkLst>
          <pc:docMk/>
          <pc:sldMk cId="0" sldId="260"/>
        </pc:sldMkLst>
        <pc:spChg chg="add del mod">
          <ac:chgData name="SHIN HYUN KIL" userId="d5bffe1d-586f-4b28-9005-eb11788ec385" providerId="ADAL" clId="{28E738DF-29E1-46A8-86AB-86F3687E81D9}" dt="2026-05-09T08:53:20.221" v="941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2:58.226" v="906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2:33.963" v="873" actId="403"/>
          <ac:spMkLst>
            <pc:docMk/>
            <pc:sldMk cId="0" sldId="260"/>
            <ac:spMk id="1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215" v="1632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173" v="3734"/>
          <ac:spMkLst>
            <pc:docMk/>
            <pc:sldMk cId="0" sldId="260"/>
            <ac:spMk id="13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8:52:27.053" v="871" actId="403"/>
          <ac:graphicFrameMkLst>
            <pc:docMk/>
            <pc:sldMk cId="0" sldId="260"/>
            <ac:graphicFrameMk id="8" creationId="{00000000-0000-0000-0000-000000000000}"/>
          </ac:graphicFrameMkLst>
        </pc:graphicFrameChg>
      </pc:sldChg>
      <pc:sldChg chg="delSp modSp mod">
        <pc:chgData name="SHIN HYUN KIL" userId="d5bffe1d-586f-4b28-9005-eb11788ec385" providerId="ADAL" clId="{28E738DF-29E1-46A8-86AB-86F3687E81D9}" dt="2026-05-09T09:39:39.188" v="3735"/>
        <pc:sldMkLst>
          <pc:docMk/>
          <pc:sldMk cId="0" sldId="261"/>
        </pc:sldMkLst>
        <pc:spChg chg="mod">
          <ac:chgData name="SHIN HYUN KIL" userId="d5bffe1d-586f-4b28-9005-eb11788ec385" providerId="ADAL" clId="{28E738DF-29E1-46A8-86AB-86F3687E81D9}" dt="2026-05-09T08:53:29.896" v="943" actId="403"/>
          <ac:spMkLst>
            <pc:docMk/>
            <pc:sldMk cId="0" sldId="261"/>
            <ac:spMk id="2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3:34.237" v="945" actId="403"/>
          <ac:spMkLst>
            <pc:docMk/>
            <pc:sldMk cId="0" sldId="261"/>
            <ac:spMk id="3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231" v="1633"/>
          <ac:spMkLst>
            <pc:docMk/>
            <pc:sldMk cId="0" sldId="261"/>
            <ac:spMk id="3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188" v="3735"/>
          <ac:spMkLst>
            <pc:docMk/>
            <pc:sldMk cId="0" sldId="261"/>
            <ac:spMk id="33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214" v="3737"/>
        <pc:sldMkLst>
          <pc:docMk/>
          <pc:sldMk cId="0" sldId="262"/>
        </pc:sldMkLst>
        <pc:spChg chg="mod">
          <ac:chgData name="SHIN HYUN KIL" userId="d5bffe1d-586f-4b28-9005-eb11788ec385" providerId="ADAL" clId="{28E738DF-29E1-46A8-86AB-86F3687E81D9}" dt="2026-05-09T09:00:54.074" v="1059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16.679" v="1066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21.891" v="1074" actId="1036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01.927" v="1061" actId="403"/>
          <ac:spMkLst>
            <pc:docMk/>
            <pc:sldMk cId="0" sldId="262"/>
            <ac:spMk id="23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264" v="1634"/>
          <ac:spMkLst>
            <pc:docMk/>
            <pc:sldMk cId="0" sldId="262"/>
            <ac:spMk id="2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14" v="3737"/>
          <ac:spMkLst>
            <pc:docMk/>
            <pc:sldMk cId="0" sldId="262"/>
            <ac:spMk id="25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223" v="3738"/>
        <pc:sldMkLst>
          <pc:docMk/>
          <pc:sldMk cId="0" sldId="263"/>
        </pc:sldMkLst>
        <pc:spChg chg="mod">
          <ac:chgData name="SHIN HYUN KIL" userId="d5bffe1d-586f-4b28-9005-eb11788ec385" providerId="ADAL" clId="{28E738DF-29E1-46A8-86AB-86F3687E81D9}" dt="2026-05-09T09:01:36.210" v="1078" actId="403"/>
          <ac:spMkLst>
            <pc:docMk/>
            <pc:sldMk cId="0" sldId="263"/>
            <ac:spMk id="9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279" v="1635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23" v="3738"/>
          <ac:spMkLst>
            <pc:docMk/>
            <pc:sldMk cId="0" sldId="263"/>
            <ac:spMk id="11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01:31.909" v="1077" actId="242"/>
          <ac:graphicFrameMkLst>
            <pc:docMk/>
            <pc:sldMk cId="0" sldId="263"/>
            <ac:graphicFrameMk id="7" creationId="{00000000-0000-0000-0000-000000000000}"/>
          </ac:graphicFrameMkLst>
        </pc:graphicFrameChg>
      </pc:sldChg>
      <pc:sldChg chg="delSp modSp mod">
        <pc:chgData name="SHIN HYUN KIL" userId="d5bffe1d-586f-4b28-9005-eb11788ec385" providerId="ADAL" clId="{28E738DF-29E1-46A8-86AB-86F3687E81D9}" dt="2026-05-09T09:39:39.227" v="3739"/>
        <pc:sldMkLst>
          <pc:docMk/>
          <pc:sldMk cId="0" sldId="264"/>
        </pc:sldMkLst>
        <pc:spChg chg="mod">
          <ac:chgData name="SHIN HYUN KIL" userId="d5bffe1d-586f-4b28-9005-eb11788ec385" providerId="ADAL" clId="{28E738DF-29E1-46A8-86AB-86F3687E81D9}" dt="2026-05-09T09:01:47.909" v="1080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1:55.388" v="1081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3:10.661" v="1084" actId="403"/>
          <ac:spMkLst>
            <pc:docMk/>
            <pc:sldMk cId="0" sldId="264"/>
            <ac:spMk id="13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291" v="163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27" v="3739"/>
          <ac:spMkLst>
            <pc:docMk/>
            <pc:sldMk cId="0" sldId="264"/>
            <ac:spMk id="15" creationId="{00000000-0000-0000-0000-000000000000}"/>
          </ac:spMkLst>
        </pc:spChg>
      </pc:sldChg>
      <pc:sldChg chg="addSp delSp modSp mod">
        <pc:chgData name="SHIN HYUN KIL" userId="d5bffe1d-586f-4b28-9005-eb11788ec385" providerId="ADAL" clId="{28E738DF-29E1-46A8-86AB-86F3687E81D9}" dt="2026-05-09T09:39:39.239" v="3740"/>
        <pc:sldMkLst>
          <pc:docMk/>
          <pc:sldMk cId="0" sldId="265"/>
        </pc:sldMkLst>
        <pc:spChg chg="mod">
          <ac:chgData name="SHIN HYUN KIL" userId="d5bffe1d-586f-4b28-9005-eb11788ec385" providerId="ADAL" clId="{28E738DF-29E1-46A8-86AB-86F3687E81D9}" dt="2026-05-09T08:32:06.552" v="331"/>
          <ac:spMkLst>
            <pc:docMk/>
            <pc:sldMk cId="0" sldId="265"/>
            <ac:spMk id="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1" v="0"/>
          <ac:spMkLst>
            <pc:docMk/>
            <pc:sldMk cId="0" sldId="265"/>
            <ac:spMk id="7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3" v="1"/>
          <ac:spMkLst>
            <pc:docMk/>
            <pc:sldMk cId="0" sldId="265"/>
            <ac:spMk id="8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3" v="2"/>
          <ac:spMkLst>
            <pc:docMk/>
            <pc:sldMk cId="0" sldId="265"/>
            <ac:spMk id="9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5" v="3"/>
          <ac:spMkLst>
            <pc:docMk/>
            <pc:sldMk cId="0" sldId="265"/>
            <ac:spMk id="10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5" v="4"/>
          <ac:spMkLst>
            <pc:docMk/>
            <pc:sldMk cId="0" sldId="265"/>
            <ac:spMk id="1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7" v="5"/>
          <ac:spMkLst>
            <pc:docMk/>
            <pc:sldMk cId="0" sldId="265"/>
            <ac:spMk id="12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7" v="6"/>
          <ac:spMkLst>
            <pc:docMk/>
            <pc:sldMk cId="0" sldId="265"/>
            <ac:spMk id="13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9" v="7"/>
          <ac:spMkLst>
            <pc:docMk/>
            <pc:sldMk cId="0" sldId="265"/>
            <ac:spMk id="14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29" v="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1" v="9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1" v="10"/>
          <ac:spMkLst>
            <pc:docMk/>
            <pc:sldMk cId="0" sldId="265"/>
            <ac:spMk id="17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3" v="11"/>
          <ac:spMkLst>
            <pc:docMk/>
            <pc:sldMk cId="0" sldId="265"/>
            <ac:spMk id="18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3" v="12"/>
          <ac:spMkLst>
            <pc:docMk/>
            <pc:sldMk cId="0" sldId="265"/>
            <ac:spMk id="19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3" v="13"/>
          <ac:spMkLst>
            <pc:docMk/>
            <pc:sldMk cId="0" sldId="265"/>
            <ac:spMk id="20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5" v="14"/>
          <ac:spMkLst>
            <pc:docMk/>
            <pc:sldMk cId="0" sldId="265"/>
            <ac:spMk id="2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5" v="15"/>
          <ac:spMkLst>
            <pc:docMk/>
            <pc:sldMk cId="0" sldId="265"/>
            <ac:spMk id="22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7" v="16"/>
          <ac:spMkLst>
            <pc:docMk/>
            <pc:sldMk cId="0" sldId="265"/>
            <ac:spMk id="23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7" v="17"/>
          <ac:spMkLst>
            <pc:docMk/>
            <pc:sldMk cId="0" sldId="265"/>
            <ac:spMk id="24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9" v="1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39" v="19"/>
          <ac:spMkLst>
            <pc:docMk/>
            <pc:sldMk cId="0" sldId="265"/>
            <ac:spMk id="26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1" v="20"/>
          <ac:spMkLst>
            <pc:docMk/>
            <pc:sldMk cId="0" sldId="265"/>
            <ac:spMk id="27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2" v="21"/>
          <ac:spMkLst>
            <pc:docMk/>
            <pc:sldMk cId="0" sldId="265"/>
            <ac:spMk id="28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2" v="22"/>
          <ac:spMkLst>
            <pc:docMk/>
            <pc:sldMk cId="0" sldId="265"/>
            <ac:spMk id="29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2" v="23"/>
          <ac:spMkLst>
            <pc:docMk/>
            <pc:sldMk cId="0" sldId="265"/>
            <ac:spMk id="30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2" v="24"/>
          <ac:spMkLst>
            <pc:docMk/>
            <pc:sldMk cId="0" sldId="265"/>
            <ac:spMk id="3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6" v="25"/>
          <ac:spMkLst>
            <pc:docMk/>
            <pc:sldMk cId="0" sldId="265"/>
            <ac:spMk id="32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6" v="26"/>
          <ac:spMkLst>
            <pc:docMk/>
            <pc:sldMk cId="0" sldId="265"/>
            <ac:spMk id="33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46" v="27"/>
          <ac:spMkLst>
            <pc:docMk/>
            <pc:sldMk cId="0" sldId="265"/>
            <ac:spMk id="34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63" v="28"/>
          <ac:spMkLst>
            <pc:docMk/>
            <pc:sldMk cId="0" sldId="265"/>
            <ac:spMk id="3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65" v="29"/>
          <ac:spMkLst>
            <pc:docMk/>
            <pc:sldMk cId="0" sldId="265"/>
            <ac:spMk id="36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0:52.265" v="30"/>
          <ac:spMkLst>
            <pc:docMk/>
            <pc:sldMk cId="0" sldId="265"/>
            <ac:spMk id="37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299" v="1637"/>
          <ac:spMkLst>
            <pc:docMk/>
            <pc:sldMk cId="0" sldId="265"/>
            <ac:spMk id="3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39" v="3740"/>
          <ac:spMkLst>
            <pc:docMk/>
            <pc:sldMk cId="0" sldId="265"/>
            <ac:spMk id="39" creationId="{00000000-0000-0000-0000-000000000000}"/>
          </ac:spMkLst>
        </pc:spChg>
        <pc:spChg chg="add del mod">
          <ac:chgData name="SHIN HYUN KIL" userId="d5bffe1d-586f-4b28-9005-eb11788ec385" providerId="ADAL" clId="{28E738DF-29E1-46A8-86AB-86F3687E81D9}" dt="2026-05-09T08:32:06.546" v="330"/>
          <ac:spMkLst>
            <pc:docMk/>
            <pc:sldMk cId="0" sldId="265"/>
            <ac:spMk id="40" creationId="{F7BF487C-87B3-45DA-A53C-F543D9952F57}"/>
          </ac:spMkLst>
        </pc:spChg>
        <pc:spChg chg="add del mod">
          <ac:chgData name="SHIN HYUN KIL" userId="d5bffe1d-586f-4b28-9005-eb11788ec385" providerId="ADAL" clId="{28E738DF-29E1-46A8-86AB-86F3687E81D9}" dt="2026-05-09T08:44:43.976" v="662"/>
          <ac:spMkLst>
            <pc:docMk/>
            <pc:sldMk cId="0" sldId="265"/>
            <ac:spMk id="41" creationId="{3DA11FF4-805A-424B-8DB8-E3236ED6E867}"/>
          </ac:spMkLst>
        </pc:spChg>
        <pc:spChg chg="add mod">
          <ac:chgData name="SHIN HYUN KIL" userId="d5bffe1d-586f-4b28-9005-eb11788ec385" providerId="ADAL" clId="{28E738DF-29E1-46A8-86AB-86F3687E81D9}" dt="2026-05-09T08:46:34.654" v="719"/>
          <ac:spMkLst>
            <pc:docMk/>
            <pc:sldMk cId="0" sldId="265"/>
            <ac:spMk id="42" creationId="{61BA913A-2A37-4202-BB60-6EB3DDCE6F69}"/>
          </ac:spMkLst>
        </pc:spChg>
        <pc:spChg chg="add mod">
          <ac:chgData name="SHIN HYUN KIL" userId="d5bffe1d-586f-4b28-9005-eb11788ec385" providerId="ADAL" clId="{28E738DF-29E1-46A8-86AB-86F3687E81D9}" dt="2026-05-09T08:31:43.446" v="57"/>
          <ac:spMkLst>
            <pc:docMk/>
            <pc:sldMk cId="0" sldId="265"/>
            <ac:spMk id="43" creationId="{7D74A7E7-DBC5-4D1B-8B59-AE1A109F4D9E}"/>
          </ac:spMkLst>
        </pc:spChg>
        <pc:spChg chg="add del mod">
          <ac:chgData name="SHIN HYUN KIL" userId="d5bffe1d-586f-4b28-9005-eb11788ec385" providerId="ADAL" clId="{28E738DF-29E1-46A8-86AB-86F3687E81D9}" dt="2026-05-09T08:44:43.976" v="663"/>
          <ac:spMkLst>
            <pc:docMk/>
            <pc:sldMk cId="0" sldId="265"/>
            <ac:spMk id="44" creationId="{B58760BF-E211-409F-99F8-1BDB5E49FA59}"/>
          </ac:spMkLst>
        </pc:spChg>
        <pc:spChg chg="add mod">
          <ac:chgData name="SHIN HYUN KIL" userId="d5bffe1d-586f-4b28-9005-eb11788ec385" providerId="ADAL" clId="{28E738DF-29E1-46A8-86AB-86F3687E81D9}" dt="2026-05-09T08:46:34.654" v="722"/>
          <ac:spMkLst>
            <pc:docMk/>
            <pc:sldMk cId="0" sldId="265"/>
            <ac:spMk id="45" creationId="{AE73C8C9-7FDE-4168-BF64-ACB1159C6480}"/>
          </ac:spMkLst>
        </pc:spChg>
        <pc:spChg chg="add mod">
          <ac:chgData name="SHIN HYUN KIL" userId="d5bffe1d-586f-4b28-9005-eb11788ec385" providerId="ADAL" clId="{28E738DF-29E1-46A8-86AB-86F3687E81D9}" dt="2026-05-09T08:31:43.462" v="78"/>
          <ac:spMkLst>
            <pc:docMk/>
            <pc:sldMk cId="0" sldId="265"/>
            <ac:spMk id="46" creationId="{D6F8E4DA-B029-49A0-9AC7-71CB328E65D4}"/>
          </ac:spMkLst>
        </pc:spChg>
        <pc:spChg chg="add del mod">
          <ac:chgData name="SHIN HYUN KIL" userId="d5bffe1d-586f-4b28-9005-eb11788ec385" providerId="ADAL" clId="{28E738DF-29E1-46A8-86AB-86F3687E81D9}" dt="2026-05-09T08:44:43.976" v="664"/>
          <ac:spMkLst>
            <pc:docMk/>
            <pc:sldMk cId="0" sldId="265"/>
            <ac:spMk id="47" creationId="{706A0278-E8BA-4ACB-83B9-2513370A3DC1}"/>
          </ac:spMkLst>
        </pc:spChg>
        <pc:spChg chg="add mod">
          <ac:chgData name="SHIN HYUN KIL" userId="d5bffe1d-586f-4b28-9005-eb11788ec385" providerId="ADAL" clId="{28E738DF-29E1-46A8-86AB-86F3687E81D9}" dt="2026-05-09T08:46:34.669" v="725"/>
          <ac:spMkLst>
            <pc:docMk/>
            <pc:sldMk cId="0" sldId="265"/>
            <ac:spMk id="48" creationId="{765B0271-DE57-44CF-A16E-19DD30EA526C}"/>
          </ac:spMkLst>
        </pc:spChg>
        <pc:spChg chg="add mod">
          <ac:chgData name="SHIN HYUN KIL" userId="d5bffe1d-586f-4b28-9005-eb11788ec385" providerId="ADAL" clId="{28E738DF-29E1-46A8-86AB-86F3687E81D9}" dt="2026-05-09T08:31:43.472" v="99"/>
          <ac:spMkLst>
            <pc:docMk/>
            <pc:sldMk cId="0" sldId="265"/>
            <ac:spMk id="49" creationId="{46191509-923C-4996-9319-4CFE83ECE3ED}"/>
          </ac:spMkLst>
        </pc:spChg>
        <pc:spChg chg="add del mod">
          <ac:chgData name="SHIN HYUN KIL" userId="d5bffe1d-586f-4b28-9005-eb11788ec385" providerId="ADAL" clId="{28E738DF-29E1-46A8-86AB-86F3687E81D9}" dt="2026-05-09T08:44:43.976" v="665"/>
          <ac:spMkLst>
            <pc:docMk/>
            <pc:sldMk cId="0" sldId="265"/>
            <ac:spMk id="50" creationId="{0B47A32E-13AE-45B7-A386-210C314A6C69}"/>
          </ac:spMkLst>
        </pc:spChg>
        <pc:spChg chg="add mod">
          <ac:chgData name="SHIN HYUN KIL" userId="d5bffe1d-586f-4b28-9005-eb11788ec385" providerId="ADAL" clId="{28E738DF-29E1-46A8-86AB-86F3687E81D9}" dt="2026-05-09T08:46:34.671" v="728"/>
          <ac:spMkLst>
            <pc:docMk/>
            <pc:sldMk cId="0" sldId="265"/>
            <ac:spMk id="51" creationId="{AFEF04F8-76FE-479F-844B-189BFF864FE9}"/>
          </ac:spMkLst>
        </pc:spChg>
        <pc:spChg chg="add mod">
          <ac:chgData name="SHIN HYUN KIL" userId="d5bffe1d-586f-4b28-9005-eb11788ec385" providerId="ADAL" clId="{28E738DF-29E1-46A8-86AB-86F3687E81D9}" dt="2026-05-09T08:31:43.488" v="120"/>
          <ac:spMkLst>
            <pc:docMk/>
            <pc:sldMk cId="0" sldId="265"/>
            <ac:spMk id="52" creationId="{9FAA1495-C2F8-4F06-A688-8CA1A074EC11}"/>
          </ac:spMkLst>
        </pc:spChg>
        <pc:spChg chg="add del mod">
          <ac:chgData name="SHIN HYUN KIL" userId="d5bffe1d-586f-4b28-9005-eb11788ec385" providerId="ADAL" clId="{28E738DF-29E1-46A8-86AB-86F3687E81D9}" dt="2026-05-09T08:44:43.976" v="666"/>
          <ac:spMkLst>
            <pc:docMk/>
            <pc:sldMk cId="0" sldId="265"/>
            <ac:spMk id="53" creationId="{4959560C-AA77-4F35-A6DC-9A11698F6D6E}"/>
          </ac:spMkLst>
        </pc:spChg>
        <pc:spChg chg="add mod">
          <ac:chgData name="SHIN HYUN KIL" userId="d5bffe1d-586f-4b28-9005-eb11788ec385" providerId="ADAL" clId="{28E738DF-29E1-46A8-86AB-86F3687E81D9}" dt="2026-05-09T08:46:34.671" v="731"/>
          <ac:spMkLst>
            <pc:docMk/>
            <pc:sldMk cId="0" sldId="265"/>
            <ac:spMk id="54" creationId="{DA88E54E-D9A3-4350-A82F-413B57C1AFC0}"/>
          </ac:spMkLst>
        </pc:spChg>
        <pc:spChg chg="add mod">
          <ac:chgData name="SHIN HYUN KIL" userId="d5bffe1d-586f-4b28-9005-eb11788ec385" providerId="ADAL" clId="{28E738DF-29E1-46A8-86AB-86F3687E81D9}" dt="2026-05-09T08:31:43.495" v="141"/>
          <ac:spMkLst>
            <pc:docMk/>
            <pc:sldMk cId="0" sldId="265"/>
            <ac:spMk id="55" creationId="{E8F0106C-4808-481A-9E77-23071A737E08}"/>
          </ac:spMkLst>
        </pc:spChg>
        <pc:spChg chg="add del mod">
          <ac:chgData name="SHIN HYUN KIL" userId="d5bffe1d-586f-4b28-9005-eb11788ec385" providerId="ADAL" clId="{28E738DF-29E1-46A8-86AB-86F3687E81D9}" dt="2026-05-09T08:44:43.976" v="667"/>
          <ac:spMkLst>
            <pc:docMk/>
            <pc:sldMk cId="0" sldId="265"/>
            <ac:spMk id="56" creationId="{A744563C-4212-4FC7-99A4-D136E8B282D4}"/>
          </ac:spMkLst>
        </pc:spChg>
        <pc:spChg chg="add mod">
          <ac:chgData name="SHIN HYUN KIL" userId="d5bffe1d-586f-4b28-9005-eb11788ec385" providerId="ADAL" clId="{28E738DF-29E1-46A8-86AB-86F3687E81D9}" dt="2026-05-09T08:46:34.671" v="734"/>
          <ac:spMkLst>
            <pc:docMk/>
            <pc:sldMk cId="0" sldId="265"/>
            <ac:spMk id="57" creationId="{2BEA4FA0-02C1-4862-8F77-53039F8456D6}"/>
          </ac:spMkLst>
        </pc:spChg>
        <pc:spChg chg="add mod">
          <ac:chgData name="SHIN HYUN KIL" userId="d5bffe1d-586f-4b28-9005-eb11788ec385" providerId="ADAL" clId="{28E738DF-29E1-46A8-86AB-86F3687E81D9}" dt="2026-05-09T08:31:43.511" v="162"/>
          <ac:spMkLst>
            <pc:docMk/>
            <pc:sldMk cId="0" sldId="265"/>
            <ac:spMk id="58" creationId="{E410C9CA-D150-459A-A322-A8F2E95A5187}"/>
          </ac:spMkLst>
        </pc:spChg>
        <pc:spChg chg="add del mod">
          <ac:chgData name="SHIN HYUN KIL" userId="d5bffe1d-586f-4b28-9005-eb11788ec385" providerId="ADAL" clId="{28E738DF-29E1-46A8-86AB-86F3687E81D9}" dt="2026-05-09T08:44:43.976" v="668"/>
          <ac:spMkLst>
            <pc:docMk/>
            <pc:sldMk cId="0" sldId="265"/>
            <ac:spMk id="59" creationId="{03CC7C9A-B6BF-4ADC-9034-0D65DACBB109}"/>
          </ac:spMkLst>
        </pc:spChg>
        <pc:spChg chg="add mod">
          <ac:chgData name="SHIN HYUN KIL" userId="d5bffe1d-586f-4b28-9005-eb11788ec385" providerId="ADAL" clId="{28E738DF-29E1-46A8-86AB-86F3687E81D9}" dt="2026-05-09T08:46:34.671" v="737"/>
          <ac:spMkLst>
            <pc:docMk/>
            <pc:sldMk cId="0" sldId="265"/>
            <ac:spMk id="60" creationId="{8468391F-ABE6-4ED3-AA25-EEA13AB40EFA}"/>
          </ac:spMkLst>
        </pc:spChg>
        <pc:spChg chg="add mod">
          <ac:chgData name="SHIN HYUN KIL" userId="d5bffe1d-586f-4b28-9005-eb11788ec385" providerId="ADAL" clId="{28E738DF-29E1-46A8-86AB-86F3687E81D9}" dt="2026-05-09T08:31:43.527" v="183"/>
          <ac:spMkLst>
            <pc:docMk/>
            <pc:sldMk cId="0" sldId="265"/>
            <ac:spMk id="61" creationId="{83EC3D39-91F2-4359-BEDB-B2640C5E27FA}"/>
          </ac:spMkLst>
        </pc:spChg>
        <pc:spChg chg="add del mod">
          <ac:chgData name="SHIN HYUN KIL" userId="d5bffe1d-586f-4b28-9005-eb11788ec385" providerId="ADAL" clId="{28E738DF-29E1-46A8-86AB-86F3687E81D9}" dt="2026-05-09T08:44:43.984" v="669"/>
          <ac:spMkLst>
            <pc:docMk/>
            <pc:sldMk cId="0" sldId="265"/>
            <ac:spMk id="62" creationId="{3B330CBD-3F7F-45C2-AB83-633C5661349F}"/>
          </ac:spMkLst>
        </pc:spChg>
        <pc:spChg chg="add mod">
          <ac:chgData name="SHIN HYUN KIL" userId="d5bffe1d-586f-4b28-9005-eb11788ec385" providerId="ADAL" clId="{28E738DF-29E1-46A8-86AB-86F3687E81D9}" dt="2026-05-09T08:46:34.682" v="740"/>
          <ac:spMkLst>
            <pc:docMk/>
            <pc:sldMk cId="0" sldId="265"/>
            <ac:spMk id="63" creationId="{799C2688-0AEC-4813-8396-7C9051AA021F}"/>
          </ac:spMkLst>
        </pc:spChg>
        <pc:spChg chg="add mod">
          <ac:chgData name="SHIN HYUN KIL" userId="d5bffe1d-586f-4b28-9005-eb11788ec385" providerId="ADAL" clId="{28E738DF-29E1-46A8-86AB-86F3687E81D9}" dt="2026-05-09T08:31:43.537" v="204"/>
          <ac:spMkLst>
            <pc:docMk/>
            <pc:sldMk cId="0" sldId="265"/>
            <ac:spMk id="64" creationId="{78F6D27D-B97F-46F9-A95B-0E503AAB9B1F}"/>
          </ac:spMkLst>
        </pc:spChg>
        <pc:spChg chg="add del mod">
          <ac:chgData name="SHIN HYUN KIL" userId="d5bffe1d-586f-4b28-9005-eb11788ec385" providerId="ADAL" clId="{28E738DF-29E1-46A8-86AB-86F3687E81D9}" dt="2026-05-09T08:44:43.984" v="670"/>
          <ac:spMkLst>
            <pc:docMk/>
            <pc:sldMk cId="0" sldId="265"/>
            <ac:spMk id="65" creationId="{D9932DD6-6ABD-4BFC-90A8-5E06894D7D7B}"/>
          </ac:spMkLst>
        </pc:spChg>
        <pc:spChg chg="add mod">
          <ac:chgData name="SHIN HYUN KIL" userId="d5bffe1d-586f-4b28-9005-eb11788ec385" providerId="ADAL" clId="{28E738DF-29E1-46A8-86AB-86F3687E81D9}" dt="2026-05-09T08:46:34.687" v="743"/>
          <ac:spMkLst>
            <pc:docMk/>
            <pc:sldMk cId="0" sldId="265"/>
            <ac:spMk id="66" creationId="{3FEC7269-517F-4E45-9E24-12296B8FE58A}"/>
          </ac:spMkLst>
        </pc:spChg>
        <pc:spChg chg="add mod">
          <ac:chgData name="SHIN HYUN KIL" userId="d5bffe1d-586f-4b28-9005-eb11788ec385" providerId="ADAL" clId="{28E738DF-29E1-46A8-86AB-86F3687E81D9}" dt="2026-05-09T08:31:43.546" v="225"/>
          <ac:spMkLst>
            <pc:docMk/>
            <pc:sldMk cId="0" sldId="265"/>
            <ac:spMk id="67" creationId="{2FD5DE78-84E3-4F10-9799-533B493BE923}"/>
          </ac:spMkLst>
        </pc:spChg>
        <pc:spChg chg="add del mod">
          <ac:chgData name="SHIN HYUN KIL" userId="d5bffe1d-586f-4b28-9005-eb11788ec385" providerId="ADAL" clId="{28E738DF-29E1-46A8-86AB-86F3687E81D9}" dt="2026-05-09T08:44:43.986" v="671"/>
          <ac:spMkLst>
            <pc:docMk/>
            <pc:sldMk cId="0" sldId="265"/>
            <ac:spMk id="68" creationId="{9E144B90-2BC6-43C9-8C7E-86088B3231F0}"/>
          </ac:spMkLst>
        </pc:spChg>
        <pc:spChg chg="add mod">
          <ac:chgData name="SHIN HYUN KIL" userId="d5bffe1d-586f-4b28-9005-eb11788ec385" providerId="ADAL" clId="{28E738DF-29E1-46A8-86AB-86F3687E81D9}" dt="2026-05-09T08:46:34.687" v="746"/>
          <ac:spMkLst>
            <pc:docMk/>
            <pc:sldMk cId="0" sldId="265"/>
            <ac:spMk id="69" creationId="{9528FACB-10AC-4D7A-AB43-D935A8665FC3}"/>
          </ac:spMkLst>
        </pc:spChg>
        <pc:spChg chg="add mod">
          <ac:chgData name="SHIN HYUN KIL" userId="d5bffe1d-586f-4b28-9005-eb11788ec385" providerId="ADAL" clId="{28E738DF-29E1-46A8-86AB-86F3687E81D9}" dt="2026-05-09T08:31:43.561" v="246"/>
          <ac:spMkLst>
            <pc:docMk/>
            <pc:sldMk cId="0" sldId="265"/>
            <ac:spMk id="70" creationId="{42EA6B00-D4B0-428A-8071-2C5CFD8BD89D}"/>
          </ac:spMkLst>
        </pc:spChg>
        <pc:spChg chg="add del mod">
          <ac:chgData name="SHIN HYUN KIL" userId="d5bffe1d-586f-4b28-9005-eb11788ec385" providerId="ADAL" clId="{28E738DF-29E1-46A8-86AB-86F3687E81D9}" dt="2026-05-09T08:44:43.986" v="672"/>
          <ac:spMkLst>
            <pc:docMk/>
            <pc:sldMk cId="0" sldId="265"/>
            <ac:spMk id="71" creationId="{582A2869-7D55-47CC-A2F8-D22640FAE08E}"/>
          </ac:spMkLst>
        </pc:spChg>
        <pc:spChg chg="add mod">
          <ac:chgData name="SHIN HYUN KIL" userId="d5bffe1d-586f-4b28-9005-eb11788ec385" providerId="ADAL" clId="{28E738DF-29E1-46A8-86AB-86F3687E81D9}" dt="2026-05-09T08:48:30.824" v="786" actId="20577"/>
          <ac:spMkLst>
            <pc:docMk/>
            <pc:sldMk cId="0" sldId="265"/>
            <ac:spMk id="72" creationId="{428CF1F5-87D3-461C-95CD-87919A8B06C6}"/>
          </ac:spMkLst>
        </pc:spChg>
        <pc:spChg chg="add mod">
          <ac:chgData name="SHIN HYUN KIL" userId="d5bffe1d-586f-4b28-9005-eb11788ec385" providerId="ADAL" clId="{28E738DF-29E1-46A8-86AB-86F3687E81D9}" dt="2026-05-09T08:31:43.561" v="267"/>
          <ac:spMkLst>
            <pc:docMk/>
            <pc:sldMk cId="0" sldId="265"/>
            <ac:spMk id="73" creationId="{7BE3B243-7CC4-4463-8CD4-C83DAB245863}"/>
          </ac:spMkLst>
        </pc:spChg>
        <pc:spChg chg="add del mod">
          <ac:chgData name="SHIN HYUN KIL" userId="d5bffe1d-586f-4b28-9005-eb11788ec385" providerId="ADAL" clId="{28E738DF-29E1-46A8-86AB-86F3687E81D9}" dt="2026-05-09T08:44:43.986" v="673"/>
          <ac:spMkLst>
            <pc:docMk/>
            <pc:sldMk cId="0" sldId="265"/>
            <ac:spMk id="74" creationId="{3DD000E1-A1A6-4FBC-AB9A-FBF42FFBE430}"/>
          </ac:spMkLst>
        </pc:spChg>
        <pc:spChg chg="add mod">
          <ac:chgData name="SHIN HYUN KIL" userId="d5bffe1d-586f-4b28-9005-eb11788ec385" providerId="ADAL" clId="{28E738DF-29E1-46A8-86AB-86F3687E81D9}" dt="2026-05-09T08:46:34.687" v="752"/>
          <ac:spMkLst>
            <pc:docMk/>
            <pc:sldMk cId="0" sldId="265"/>
            <ac:spMk id="75" creationId="{70F4B35A-2700-4F10-99D6-BF77A60FA475}"/>
          </ac:spMkLst>
        </pc:spChg>
        <pc:spChg chg="add mod">
          <ac:chgData name="SHIN HYUN KIL" userId="d5bffe1d-586f-4b28-9005-eb11788ec385" providerId="ADAL" clId="{28E738DF-29E1-46A8-86AB-86F3687E81D9}" dt="2026-05-09T08:31:43.577" v="288"/>
          <ac:spMkLst>
            <pc:docMk/>
            <pc:sldMk cId="0" sldId="265"/>
            <ac:spMk id="76" creationId="{379D6251-1396-4109-8ECB-994A8303676C}"/>
          </ac:spMkLst>
        </pc:spChg>
        <pc:spChg chg="add del mod">
          <ac:chgData name="SHIN HYUN KIL" userId="d5bffe1d-586f-4b28-9005-eb11788ec385" providerId="ADAL" clId="{28E738DF-29E1-46A8-86AB-86F3687E81D9}" dt="2026-05-09T08:44:43.986" v="674"/>
          <ac:spMkLst>
            <pc:docMk/>
            <pc:sldMk cId="0" sldId="265"/>
            <ac:spMk id="77" creationId="{10BB8D18-6AEF-4035-9CD3-EDB6E7500C32}"/>
          </ac:spMkLst>
        </pc:spChg>
        <pc:spChg chg="add mod">
          <ac:chgData name="SHIN HYUN KIL" userId="d5bffe1d-586f-4b28-9005-eb11788ec385" providerId="ADAL" clId="{28E738DF-29E1-46A8-86AB-86F3687E81D9}" dt="2026-05-09T08:46:34.698" v="755"/>
          <ac:spMkLst>
            <pc:docMk/>
            <pc:sldMk cId="0" sldId="265"/>
            <ac:spMk id="78" creationId="{F5C15323-7CAF-4545-8BEE-A51CB57D18FD}"/>
          </ac:spMkLst>
        </pc:spChg>
        <pc:spChg chg="add del mod">
          <ac:chgData name="SHIN HYUN KIL" userId="d5bffe1d-586f-4b28-9005-eb11788ec385" providerId="ADAL" clId="{28E738DF-29E1-46A8-86AB-86F3687E81D9}" dt="2026-05-09T08:44:44.008" v="690"/>
          <ac:spMkLst>
            <pc:docMk/>
            <pc:sldMk cId="0" sldId="265"/>
            <ac:spMk id="79" creationId="{B38586D0-A5A8-48BE-BF12-1DDB57B2B926}"/>
          </ac:spMkLst>
        </pc:spChg>
        <pc:spChg chg="add del mod">
          <ac:chgData name="SHIN HYUN KIL" userId="d5bffe1d-586f-4b28-9005-eb11788ec385" providerId="ADAL" clId="{28E738DF-29E1-46A8-86AB-86F3687E81D9}" dt="2026-05-09T08:44:43.986" v="675"/>
          <ac:spMkLst>
            <pc:docMk/>
            <pc:sldMk cId="0" sldId="265"/>
            <ac:spMk id="80" creationId="{8EFB5146-EC9E-4BEA-BA87-C91F2BEF9D68}"/>
          </ac:spMkLst>
        </pc:spChg>
        <pc:spChg chg="add del mod">
          <ac:chgData name="SHIN HYUN KIL" userId="d5bffe1d-586f-4b28-9005-eb11788ec385" providerId="ADAL" clId="{28E738DF-29E1-46A8-86AB-86F3687E81D9}" dt="2026-05-09T08:44:44.008" v="689"/>
          <ac:spMkLst>
            <pc:docMk/>
            <pc:sldMk cId="0" sldId="265"/>
            <ac:spMk id="81" creationId="{BB1DBAFD-66FC-443A-8007-D1B515C36A4C}"/>
          </ac:spMkLst>
        </pc:spChg>
        <pc:spChg chg="add del">
          <ac:chgData name="SHIN HYUN KIL" userId="d5bffe1d-586f-4b28-9005-eb11788ec385" providerId="ADAL" clId="{28E738DF-29E1-46A8-86AB-86F3687E81D9}" dt="2026-05-09T08:31:43.612" v="329"/>
          <ac:spMkLst>
            <pc:docMk/>
            <pc:sldMk cId="0" sldId="265"/>
            <ac:spMk id="82" creationId="{D4C4084D-38C7-4DE3-94A7-6AA60BED1C28}"/>
          </ac:spMkLst>
        </pc:spChg>
      </pc:sldChg>
      <pc:sldChg chg="addSp delSp modSp mod">
        <pc:chgData name="SHIN HYUN KIL" userId="d5bffe1d-586f-4b28-9005-eb11788ec385" providerId="ADAL" clId="{28E738DF-29E1-46A8-86AB-86F3687E81D9}" dt="2026-05-09T09:39:39.256" v="3741"/>
        <pc:sldMkLst>
          <pc:docMk/>
          <pc:sldMk cId="0" sldId="266"/>
        </pc:sldMkLst>
        <pc:spChg chg="mod">
          <ac:chgData name="SHIN HYUN KIL" userId="d5bffe1d-586f-4b28-9005-eb11788ec385" providerId="ADAL" clId="{28E738DF-29E1-46A8-86AB-86F3687E81D9}" dt="2026-05-09T08:32:28.105" v="340"/>
          <ac:spMkLst>
            <pc:docMk/>
            <pc:sldMk cId="0" sldId="266"/>
            <ac:spMk id="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32:28.095" v="339"/>
          <ac:spMkLst>
            <pc:docMk/>
            <pc:sldMk cId="0" sldId="266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32:28.095" v="338"/>
          <ac:spMkLst>
            <pc:docMk/>
            <pc:sldMk cId="0" sldId="266"/>
            <ac:spMk id="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2:28.060" v="332"/>
          <ac:spMkLst>
            <pc:docMk/>
            <pc:sldMk cId="0" sldId="266"/>
            <ac:spMk id="7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2:28.060" v="333"/>
          <ac:spMkLst>
            <pc:docMk/>
            <pc:sldMk cId="0" sldId="266"/>
            <ac:spMk id="8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2:28.060" v="334"/>
          <ac:spMkLst>
            <pc:docMk/>
            <pc:sldMk cId="0" sldId="266"/>
            <ac:spMk id="9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2:28.060" v="335"/>
          <ac:spMkLst>
            <pc:docMk/>
            <pc:sldMk cId="0" sldId="266"/>
            <ac:spMk id="10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2:28.060" v="336"/>
          <ac:spMkLst>
            <pc:docMk/>
            <pc:sldMk cId="0" sldId="266"/>
            <ac:spMk id="1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8:32:28.060" v="337"/>
          <ac:spMkLst>
            <pc:docMk/>
            <pc:sldMk cId="0" sldId="266"/>
            <ac:spMk id="12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337" v="1638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56" v="3741"/>
          <ac:spMkLst>
            <pc:docMk/>
            <pc:sldMk cId="0" sldId="266"/>
            <ac:spMk id="14" creationId="{00000000-0000-0000-0000-000000000000}"/>
          </ac:spMkLst>
        </pc:spChg>
        <pc:spChg chg="add mod">
          <ac:chgData name="SHIN HYUN KIL" userId="d5bffe1d-586f-4b28-9005-eb11788ec385" providerId="ADAL" clId="{28E738DF-29E1-46A8-86AB-86F3687E81D9}" dt="2026-05-09T08:33:24.888" v="348"/>
          <ac:spMkLst>
            <pc:docMk/>
            <pc:sldMk cId="0" sldId="266"/>
            <ac:spMk id="15" creationId="{E948C998-7293-4047-8D7F-1EB684916BB1}"/>
          </ac:spMkLst>
        </pc:spChg>
        <pc:spChg chg="add mod">
          <ac:chgData name="SHIN HYUN KIL" userId="d5bffe1d-586f-4b28-9005-eb11788ec385" providerId="ADAL" clId="{28E738DF-29E1-46A8-86AB-86F3687E81D9}" dt="2026-05-09T08:33:24.888" v="358"/>
          <ac:spMkLst>
            <pc:docMk/>
            <pc:sldMk cId="0" sldId="266"/>
            <ac:spMk id="16" creationId="{06D8ED9A-A4EB-46EE-848C-9891EC51453B}"/>
          </ac:spMkLst>
        </pc:spChg>
        <pc:spChg chg="add mod">
          <ac:chgData name="SHIN HYUN KIL" userId="d5bffe1d-586f-4b28-9005-eb11788ec385" providerId="ADAL" clId="{28E738DF-29E1-46A8-86AB-86F3687E81D9}" dt="2026-05-09T08:33:24.888" v="361"/>
          <ac:spMkLst>
            <pc:docMk/>
            <pc:sldMk cId="0" sldId="266"/>
            <ac:spMk id="17" creationId="{F90010F3-5380-4164-A49B-62825C5C2416}"/>
          </ac:spMkLst>
        </pc:spChg>
        <pc:spChg chg="add mod">
          <ac:chgData name="SHIN HYUN KIL" userId="d5bffe1d-586f-4b28-9005-eb11788ec385" providerId="ADAL" clId="{28E738DF-29E1-46A8-86AB-86F3687E81D9}" dt="2026-05-09T08:33:24.903" v="369"/>
          <ac:spMkLst>
            <pc:docMk/>
            <pc:sldMk cId="0" sldId="266"/>
            <ac:spMk id="18" creationId="{F3BFA066-C231-4858-80B7-949387E2D9EF}"/>
          </ac:spMkLst>
        </pc:spChg>
        <pc:spChg chg="add mod">
          <ac:chgData name="SHIN HYUN KIL" userId="d5bffe1d-586f-4b28-9005-eb11788ec385" providerId="ADAL" clId="{28E738DF-29E1-46A8-86AB-86F3687E81D9}" dt="2026-05-09T08:33:24.915" v="379"/>
          <ac:spMkLst>
            <pc:docMk/>
            <pc:sldMk cId="0" sldId="266"/>
            <ac:spMk id="19" creationId="{874DCD62-3151-4B09-81EF-97DB0B8DE5B2}"/>
          </ac:spMkLst>
        </pc:spChg>
        <pc:spChg chg="add mod">
          <ac:chgData name="SHIN HYUN KIL" userId="d5bffe1d-586f-4b28-9005-eb11788ec385" providerId="ADAL" clId="{28E738DF-29E1-46A8-86AB-86F3687E81D9}" dt="2026-05-09T08:33:24.915" v="382"/>
          <ac:spMkLst>
            <pc:docMk/>
            <pc:sldMk cId="0" sldId="266"/>
            <ac:spMk id="20" creationId="{1EB6BFD3-ADCE-49C8-ADC3-56A8D46D90C7}"/>
          </ac:spMkLst>
        </pc:spChg>
        <pc:spChg chg="add mod">
          <ac:chgData name="SHIN HYUN KIL" userId="d5bffe1d-586f-4b28-9005-eb11788ec385" providerId="ADAL" clId="{28E738DF-29E1-46A8-86AB-86F3687E81D9}" dt="2026-05-09T08:33:24.922" v="390"/>
          <ac:spMkLst>
            <pc:docMk/>
            <pc:sldMk cId="0" sldId="266"/>
            <ac:spMk id="21" creationId="{7AFFF2CE-0172-4D94-9212-F467BB246D9F}"/>
          </ac:spMkLst>
        </pc:spChg>
        <pc:spChg chg="add mod">
          <ac:chgData name="SHIN HYUN KIL" userId="d5bffe1d-586f-4b28-9005-eb11788ec385" providerId="ADAL" clId="{28E738DF-29E1-46A8-86AB-86F3687E81D9}" dt="2026-05-09T08:33:24.922" v="400"/>
          <ac:spMkLst>
            <pc:docMk/>
            <pc:sldMk cId="0" sldId="266"/>
            <ac:spMk id="22" creationId="{75755550-2C1D-44FC-A5DE-E10B411DEBA3}"/>
          </ac:spMkLst>
        </pc:spChg>
        <pc:spChg chg="add mod">
          <ac:chgData name="SHIN HYUN KIL" userId="d5bffe1d-586f-4b28-9005-eb11788ec385" providerId="ADAL" clId="{28E738DF-29E1-46A8-86AB-86F3687E81D9}" dt="2026-05-09T08:33:24.922" v="403"/>
          <ac:spMkLst>
            <pc:docMk/>
            <pc:sldMk cId="0" sldId="266"/>
            <ac:spMk id="23" creationId="{78384ABA-E572-458B-88A5-43CDAF5E7BB9}"/>
          </ac:spMkLst>
        </pc:spChg>
        <pc:spChg chg="add mod">
          <ac:chgData name="SHIN HYUN KIL" userId="d5bffe1d-586f-4b28-9005-eb11788ec385" providerId="ADAL" clId="{28E738DF-29E1-46A8-86AB-86F3687E81D9}" dt="2026-05-09T08:34:53.452" v="654"/>
          <ac:spMkLst>
            <pc:docMk/>
            <pc:sldMk cId="0" sldId="266"/>
            <ac:spMk id="24" creationId="{E148BEA4-DDC1-45BB-9D26-B4D58AE17B54}"/>
          </ac:spMkLst>
        </pc:spChg>
        <pc:spChg chg="add mod">
          <ac:chgData name="SHIN HYUN KIL" userId="d5bffe1d-586f-4b28-9005-eb11788ec385" providerId="ADAL" clId="{28E738DF-29E1-46A8-86AB-86F3687E81D9}" dt="2026-05-09T08:33:24.940" v="421"/>
          <ac:spMkLst>
            <pc:docMk/>
            <pc:sldMk cId="0" sldId="266"/>
            <ac:spMk id="25" creationId="{F00E7113-D938-412F-A2C3-95D150A9BE36}"/>
          </ac:spMkLst>
        </pc:spChg>
        <pc:spChg chg="add mod">
          <ac:chgData name="SHIN HYUN KIL" userId="d5bffe1d-586f-4b28-9005-eb11788ec385" providerId="ADAL" clId="{28E738DF-29E1-46A8-86AB-86F3687E81D9}" dt="2026-05-09T08:50:10.579" v="789" actId="1076"/>
          <ac:spMkLst>
            <pc:docMk/>
            <pc:sldMk cId="0" sldId="266"/>
            <ac:spMk id="26" creationId="{ADF90C76-D3AC-4D88-B7AD-D3257D2F7FDD}"/>
          </ac:spMkLst>
        </pc:spChg>
        <pc:spChg chg="add mod">
          <ac:chgData name="SHIN HYUN KIL" userId="d5bffe1d-586f-4b28-9005-eb11788ec385" providerId="ADAL" clId="{28E738DF-29E1-46A8-86AB-86F3687E81D9}" dt="2026-05-09T08:33:24.955" v="432"/>
          <ac:spMkLst>
            <pc:docMk/>
            <pc:sldMk cId="0" sldId="266"/>
            <ac:spMk id="27" creationId="{99D406BA-6FC8-4FCE-ABEA-1060A689B9D2}"/>
          </ac:spMkLst>
        </pc:spChg>
        <pc:spChg chg="add mod">
          <ac:chgData name="SHIN HYUN KIL" userId="d5bffe1d-586f-4b28-9005-eb11788ec385" providerId="ADAL" clId="{28E738DF-29E1-46A8-86AB-86F3687E81D9}" dt="2026-05-09T08:34:53.452" v="655"/>
          <ac:spMkLst>
            <pc:docMk/>
            <pc:sldMk cId="0" sldId="266"/>
            <ac:spMk id="28" creationId="{9F320554-00EC-413D-9D0D-2ECB3950D866}"/>
          </ac:spMkLst>
        </pc:spChg>
        <pc:spChg chg="add mod">
          <ac:chgData name="SHIN HYUN KIL" userId="d5bffe1d-586f-4b28-9005-eb11788ec385" providerId="ADAL" clId="{28E738DF-29E1-46A8-86AB-86F3687E81D9}" dt="2026-05-09T08:34:44.769" v="653"/>
          <ac:spMkLst>
            <pc:docMk/>
            <pc:sldMk cId="0" sldId="266"/>
            <ac:spMk id="29" creationId="{BD4C285A-FAC2-445A-BBE7-F9DFF5946C7E}"/>
          </ac:spMkLst>
        </pc:spChg>
        <pc:spChg chg="add mod">
          <ac:chgData name="SHIN HYUN KIL" userId="d5bffe1d-586f-4b28-9005-eb11788ec385" providerId="ADAL" clId="{28E738DF-29E1-46A8-86AB-86F3687E81D9}" dt="2026-05-09T08:50:05.646" v="788" actId="1076"/>
          <ac:spMkLst>
            <pc:docMk/>
            <pc:sldMk cId="0" sldId="266"/>
            <ac:spMk id="30" creationId="{0B98B70E-782E-4FC1-B11A-840D49218CCB}"/>
          </ac:spMkLst>
        </pc:spChg>
        <pc:spChg chg="add del mod">
          <ac:chgData name="SHIN HYUN KIL" userId="d5bffe1d-586f-4b28-9005-eb11788ec385" providerId="ADAL" clId="{28E738DF-29E1-46A8-86AB-86F3687E81D9}" dt="2026-05-09T08:34:44.769" v="647"/>
          <ac:spMkLst>
            <pc:docMk/>
            <pc:sldMk cId="0" sldId="266"/>
            <ac:spMk id="31" creationId="{C8C135E1-24D1-4943-A2D8-30CEB3A3E435}"/>
          </ac:spMkLst>
        </pc:spChg>
        <pc:spChg chg="add del mod">
          <ac:chgData name="SHIN HYUN KIL" userId="d5bffe1d-586f-4b28-9005-eb11788ec385" providerId="ADAL" clId="{28E738DF-29E1-46A8-86AB-86F3687E81D9}" dt="2026-05-09T08:34:44.769" v="648"/>
          <ac:spMkLst>
            <pc:docMk/>
            <pc:sldMk cId="0" sldId="266"/>
            <ac:spMk id="32" creationId="{0AFBE265-6A39-4010-9ECD-F89F9C532933}"/>
          </ac:spMkLst>
        </pc:spChg>
        <pc:spChg chg="add del mod">
          <ac:chgData name="SHIN HYUN KIL" userId="d5bffe1d-586f-4b28-9005-eb11788ec385" providerId="ADAL" clId="{28E738DF-29E1-46A8-86AB-86F3687E81D9}" dt="2026-05-09T08:34:44.769" v="649"/>
          <ac:spMkLst>
            <pc:docMk/>
            <pc:sldMk cId="0" sldId="266"/>
            <ac:spMk id="33" creationId="{E77DE609-621F-40AA-A056-A5AEFA13A15A}"/>
          </ac:spMkLst>
        </pc:spChg>
        <pc:spChg chg="add mod">
          <ac:chgData name="SHIN HYUN KIL" userId="d5bffe1d-586f-4b28-9005-eb11788ec385" providerId="ADAL" clId="{28E738DF-29E1-46A8-86AB-86F3687E81D9}" dt="2026-05-09T08:33:24.983" v="470"/>
          <ac:spMkLst>
            <pc:docMk/>
            <pc:sldMk cId="0" sldId="266"/>
            <ac:spMk id="34" creationId="{A62A6D2E-154D-4DFA-A9E5-36D2B7C17C12}"/>
          </ac:spMkLst>
        </pc:spChg>
        <pc:spChg chg="add mod">
          <ac:chgData name="SHIN HYUN KIL" userId="d5bffe1d-586f-4b28-9005-eb11788ec385" providerId="ADAL" clId="{28E738DF-29E1-46A8-86AB-86F3687E81D9}" dt="2026-05-09T08:33:24.990" v="480"/>
          <ac:spMkLst>
            <pc:docMk/>
            <pc:sldMk cId="0" sldId="266"/>
            <ac:spMk id="35" creationId="{FCC23ED1-350D-4A12-AFAF-02B72680C617}"/>
          </ac:spMkLst>
        </pc:spChg>
        <pc:spChg chg="add mod">
          <ac:chgData name="SHIN HYUN KIL" userId="d5bffe1d-586f-4b28-9005-eb11788ec385" providerId="ADAL" clId="{28E738DF-29E1-46A8-86AB-86F3687E81D9}" dt="2026-05-09T08:33:24.993" v="483"/>
          <ac:spMkLst>
            <pc:docMk/>
            <pc:sldMk cId="0" sldId="266"/>
            <ac:spMk id="36" creationId="{C4007082-2320-4A19-944B-4ED21C3E7F7D}"/>
          </ac:spMkLst>
        </pc:spChg>
        <pc:spChg chg="add mod">
          <ac:chgData name="SHIN HYUN KIL" userId="d5bffe1d-586f-4b28-9005-eb11788ec385" providerId="ADAL" clId="{28E738DF-29E1-46A8-86AB-86F3687E81D9}" dt="2026-05-09T08:33:24.997" v="491"/>
          <ac:spMkLst>
            <pc:docMk/>
            <pc:sldMk cId="0" sldId="266"/>
            <ac:spMk id="37" creationId="{40B1B4E3-D550-43B1-8546-33ADEB76E181}"/>
          </ac:spMkLst>
        </pc:spChg>
        <pc:spChg chg="add mod">
          <ac:chgData name="SHIN HYUN KIL" userId="d5bffe1d-586f-4b28-9005-eb11788ec385" providerId="ADAL" clId="{28E738DF-29E1-46A8-86AB-86F3687E81D9}" dt="2026-05-09T08:33:24.999" v="501"/>
          <ac:spMkLst>
            <pc:docMk/>
            <pc:sldMk cId="0" sldId="266"/>
            <ac:spMk id="38" creationId="{83C71427-ECF6-4057-8FE7-7770027EFA59}"/>
          </ac:spMkLst>
        </pc:spChg>
        <pc:spChg chg="add mod">
          <ac:chgData name="SHIN HYUN KIL" userId="d5bffe1d-586f-4b28-9005-eb11788ec385" providerId="ADAL" clId="{28E738DF-29E1-46A8-86AB-86F3687E81D9}" dt="2026-05-09T08:33:25.007" v="504"/>
          <ac:spMkLst>
            <pc:docMk/>
            <pc:sldMk cId="0" sldId="266"/>
            <ac:spMk id="39" creationId="{0460A52E-96C0-4D52-8AF5-941232611D64}"/>
          </ac:spMkLst>
        </pc:spChg>
        <pc:spChg chg="add mod">
          <ac:chgData name="SHIN HYUN KIL" userId="d5bffe1d-586f-4b28-9005-eb11788ec385" providerId="ADAL" clId="{28E738DF-29E1-46A8-86AB-86F3687E81D9}" dt="2026-05-09T08:33:25.007" v="512"/>
          <ac:spMkLst>
            <pc:docMk/>
            <pc:sldMk cId="0" sldId="266"/>
            <ac:spMk id="40" creationId="{947A6B04-B0D7-472B-A0C7-034886A9DB12}"/>
          </ac:spMkLst>
        </pc:spChg>
        <pc:spChg chg="add mod">
          <ac:chgData name="SHIN HYUN KIL" userId="d5bffe1d-586f-4b28-9005-eb11788ec385" providerId="ADAL" clId="{28E738DF-29E1-46A8-86AB-86F3687E81D9}" dt="2026-05-09T08:33:25.015" v="522"/>
          <ac:spMkLst>
            <pc:docMk/>
            <pc:sldMk cId="0" sldId="266"/>
            <ac:spMk id="41" creationId="{5D88DDF1-58B7-49DB-A88B-251C028FBA37}"/>
          </ac:spMkLst>
        </pc:spChg>
        <pc:spChg chg="add mod">
          <ac:chgData name="SHIN HYUN KIL" userId="d5bffe1d-586f-4b28-9005-eb11788ec385" providerId="ADAL" clId="{28E738DF-29E1-46A8-86AB-86F3687E81D9}" dt="2026-05-09T08:33:25.015" v="525"/>
          <ac:spMkLst>
            <pc:docMk/>
            <pc:sldMk cId="0" sldId="266"/>
            <ac:spMk id="42" creationId="{421D4C88-375F-4F96-AF86-5FEF34D30A79}"/>
          </ac:spMkLst>
        </pc:spChg>
        <pc:spChg chg="add mod">
          <ac:chgData name="SHIN HYUN KIL" userId="d5bffe1d-586f-4b28-9005-eb11788ec385" providerId="ADAL" clId="{28E738DF-29E1-46A8-86AB-86F3687E81D9}" dt="2026-05-09T08:33:25.023" v="533"/>
          <ac:spMkLst>
            <pc:docMk/>
            <pc:sldMk cId="0" sldId="266"/>
            <ac:spMk id="43" creationId="{973FD8BF-A240-4C90-893E-0440C3E0FD93}"/>
          </ac:spMkLst>
        </pc:spChg>
        <pc:spChg chg="add mod">
          <ac:chgData name="SHIN HYUN KIL" userId="d5bffe1d-586f-4b28-9005-eb11788ec385" providerId="ADAL" clId="{28E738DF-29E1-46A8-86AB-86F3687E81D9}" dt="2026-05-09T08:34:53.452" v="656"/>
          <ac:spMkLst>
            <pc:docMk/>
            <pc:sldMk cId="0" sldId="266"/>
            <ac:spMk id="44" creationId="{E0B42613-78E3-4DAB-BBFA-C2FB9D7296A9}"/>
          </ac:spMkLst>
        </pc:spChg>
        <pc:spChg chg="add mod">
          <ac:chgData name="SHIN HYUN KIL" userId="d5bffe1d-586f-4b28-9005-eb11788ec385" providerId="ADAL" clId="{28E738DF-29E1-46A8-86AB-86F3687E81D9}" dt="2026-05-09T08:33:25.031" v="546"/>
          <ac:spMkLst>
            <pc:docMk/>
            <pc:sldMk cId="0" sldId="266"/>
            <ac:spMk id="45" creationId="{ED57D2B2-6A3F-4746-B9A5-AC87FEBD324A}"/>
          </ac:spMkLst>
        </pc:spChg>
        <pc:spChg chg="add mod">
          <ac:chgData name="SHIN HYUN KIL" userId="d5bffe1d-586f-4b28-9005-eb11788ec385" providerId="ADAL" clId="{28E738DF-29E1-46A8-86AB-86F3687E81D9}" dt="2026-05-09T08:33:25.031" v="554"/>
          <ac:spMkLst>
            <pc:docMk/>
            <pc:sldMk cId="0" sldId="266"/>
            <ac:spMk id="46" creationId="{6CFA4252-DCFB-4D63-A841-AE753350C1DE}"/>
          </ac:spMkLst>
        </pc:spChg>
        <pc:spChg chg="add mod">
          <ac:chgData name="SHIN HYUN KIL" userId="d5bffe1d-586f-4b28-9005-eb11788ec385" providerId="ADAL" clId="{28E738DF-29E1-46A8-86AB-86F3687E81D9}" dt="2026-05-09T08:34:53.452" v="657"/>
          <ac:spMkLst>
            <pc:docMk/>
            <pc:sldMk cId="0" sldId="266"/>
            <ac:spMk id="47" creationId="{5E720504-DFC5-40E0-9FE8-C6D20A80E542}"/>
          </ac:spMkLst>
        </pc:spChg>
        <pc:spChg chg="add mod">
          <ac:chgData name="SHIN HYUN KIL" userId="d5bffe1d-586f-4b28-9005-eb11788ec385" providerId="ADAL" clId="{28E738DF-29E1-46A8-86AB-86F3687E81D9}" dt="2026-05-09T08:33:25.039" v="567"/>
          <ac:spMkLst>
            <pc:docMk/>
            <pc:sldMk cId="0" sldId="266"/>
            <ac:spMk id="48" creationId="{42E63673-9D16-49D4-86BE-7228ECDFAE62}"/>
          </ac:spMkLst>
        </pc:spChg>
        <pc:spChg chg="add del mod">
          <ac:chgData name="SHIN HYUN KIL" userId="d5bffe1d-586f-4b28-9005-eb11788ec385" providerId="ADAL" clId="{28E738DF-29E1-46A8-86AB-86F3687E81D9}" dt="2026-05-09T08:50:44.379" v="832" actId="478"/>
          <ac:spMkLst>
            <pc:docMk/>
            <pc:sldMk cId="0" sldId="266"/>
            <ac:spMk id="49" creationId="{8E5FBF17-7BD9-4262-90BD-4E46A2324E07}"/>
          </ac:spMkLst>
        </pc:spChg>
        <pc:spChg chg="add del mod">
          <ac:chgData name="SHIN HYUN KIL" userId="d5bffe1d-586f-4b28-9005-eb11788ec385" providerId="ADAL" clId="{28E738DF-29E1-46A8-86AB-86F3687E81D9}" dt="2026-05-09T08:50:30.575" v="790" actId="478"/>
          <ac:spMkLst>
            <pc:docMk/>
            <pc:sldMk cId="0" sldId="266"/>
            <ac:spMk id="50" creationId="{C1B52B0B-266D-4889-9D03-85F7EF1FD9F4}"/>
          </ac:spMkLst>
        </pc:spChg>
        <pc:spChg chg="add del mod">
          <ac:chgData name="SHIN HYUN KIL" userId="d5bffe1d-586f-4b28-9005-eb11788ec385" providerId="ADAL" clId="{28E738DF-29E1-46A8-86AB-86F3687E81D9}" dt="2026-05-09T08:50:32.381" v="791" actId="478"/>
          <ac:spMkLst>
            <pc:docMk/>
            <pc:sldMk cId="0" sldId="266"/>
            <ac:spMk id="51" creationId="{BBB47907-BEFA-4F34-A1DE-80882F68AE23}"/>
          </ac:spMkLst>
        </pc:spChg>
        <pc:spChg chg="add mod">
          <ac:chgData name="SHIN HYUN KIL" userId="d5bffe1d-586f-4b28-9005-eb11788ec385" providerId="ADAL" clId="{28E738DF-29E1-46A8-86AB-86F3687E81D9}" dt="2026-05-09T08:50:56.303" v="855" actId="1037"/>
          <ac:spMkLst>
            <pc:docMk/>
            <pc:sldMk cId="0" sldId="266"/>
            <ac:spMk id="52" creationId="{D4BE48D1-A051-4969-9CDF-D244D3CD4E9F}"/>
          </ac:spMkLst>
        </pc:spChg>
        <pc:spChg chg="add mod">
          <ac:chgData name="SHIN HYUN KIL" userId="d5bffe1d-586f-4b28-9005-eb11788ec385" providerId="ADAL" clId="{28E738DF-29E1-46A8-86AB-86F3687E81D9}" dt="2026-05-09T08:50:56.303" v="855" actId="1037"/>
          <ac:spMkLst>
            <pc:docMk/>
            <pc:sldMk cId="0" sldId="266"/>
            <ac:spMk id="53" creationId="{3037B7FF-6A73-4246-AA5F-FBD48A99760D}"/>
          </ac:spMkLst>
        </pc:spChg>
        <pc:spChg chg="add mod">
          <ac:chgData name="SHIN HYUN KIL" userId="d5bffe1d-586f-4b28-9005-eb11788ec385" providerId="ADAL" clId="{28E738DF-29E1-46A8-86AB-86F3687E81D9}" dt="2026-05-09T08:50:56.303" v="855" actId="1037"/>
          <ac:spMkLst>
            <pc:docMk/>
            <pc:sldMk cId="0" sldId="266"/>
            <ac:spMk id="54" creationId="{BA1647F3-8EE1-433E-BDEE-02EF225DF966}"/>
          </ac:spMkLst>
        </pc:spChg>
        <pc:spChg chg="add mod">
          <ac:chgData name="SHIN HYUN KIL" userId="d5bffe1d-586f-4b28-9005-eb11788ec385" providerId="ADAL" clId="{28E738DF-29E1-46A8-86AB-86F3687E81D9}" dt="2026-05-09T08:50:56.303" v="855" actId="1037"/>
          <ac:spMkLst>
            <pc:docMk/>
            <pc:sldMk cId="0" sldId="266"/>
            <ac:spMk id="55" creationId="{6E8B864F-D770-4F37-A151-3805B8CEEB73}"/>
          </ac:spMkLst>
        </pc:spChg>
        <pc:spChg chg="add mod">
          <ac:chgData name="SHIN HYUN KIL" userId="d5bffe1d-586f-4b28-9005-eb11788ec385" providerId="ADAL" clId="{28E738DF-29E1-46A8-86AB-86F3687E81D9}" dt="2026-05-09T08:50:56.303" v="855" actId="1037"/>
          <ac:spMkLst>
            <pc:docMk/>
            <pc:sldMk cId="0" sldId="266"/>
            <ac:spMk id="56" creationId="{14B29AFE-0E7A-4B3B-A732-AAD0A4EE4438}"/>
          </ac:spMkLst>
        </pc:spChg>
        <pc:spChg chg="add mod">
          <ac:chgData name="SHIN HYUN KIL" userId="d5bffe1d-586f-4b28-9005-eb11788ec385" providerId="ADAL" clId="{28E738DF-29E1-46A8-86AB-86F3687E81D9}" dt="2026-05-09T08:50:52.419" v="837" actId="1076"/>
          <ac:spMkLst>
            <pc:docMk/>
            <pc:sldMk cId="0" sldId="266"/>
            <ac:spMk id="57" creationId="{5F54445D-0471-49C5-85EC-08E332D4BA3A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269" v="3742"/>
        <pc:sldMkLst>
          <pc:docMk/>
          <pc:sldMk cId="0" sldId="267"/>
        </pc:sldMkLst>
        <pc:spChg chg="mod">
          <ac:chgData name="SHIN HYUN KIL" userId="d5bffe1d-586f-4b28-9005-eb11788ec385" providerId="ADAL" clId="{28E738DF-29E1-46A8-86AB-86F3687E81D9}" dt="2026-05-09T09:03:55.841" v="1094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3:36.897" v="1087" actId="40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3:40.825" v="1089" actId="403"/>
          <ac:spMkLst>
            <pc:docMk/>
            <pc:sldMk cId="0" sldId="267"/>
            <ac:spMk id="14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351" v="1639"/>
          <ac:spMkLst>
            <pc:docMk/>
            <pc:sldMk cId="0" sldId="267"/>
            <ac:spMk id="1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69" v="3742"/>
          <ac:spMkLst>
            <pc:docMk/>
            <pc:sldMk cId="0" sldId="267"/>
            <ac:spMk id="16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273" v="3743"/>
        <pc:sldMkLst>
          <pc:docMk/>
          <pc:sldMk cId="0" sldId="268"/>
        </pc:sldMkLst>
        <pc:spChg chg="del">
          <ac:chgData name="SHIN HYUN KIL" userId="d5bffe1d-586f-4b28-9005-eb11788ec385" providerId="ADAL" clId="{28E738DF-29E1-46A8-86AB-86F3687E81D9}" dt="2026-05-09T09:11:27.364" v="164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73" v="3743"/>
          <ac:spMkLst>
            <pc:docMk/>
            <pc:sldMk cId="0" sldId="268"/>
            <ac:spMk id="14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04:31.245" v="1099" actId="403"/>
          <ac:graphicFrameMkLst>
            <pc:docMk/>
            <pc:sldMk cId="0" sldId="268"/>
            <ac:graphicFrameMk id="9" creationId="{00000000-0000-0000-0000-000000000000}"/>
          </ac:graphicFrameMkLst>
        </pc:graphicFrameChg>
      </pc:sldChg>
      <pc:sldChg chg="delSp modSp mod">
        <pc:chgData name="SHIN HYUN KIL" userId="d5bffe1d-586f-4b28-9005-eb11788ec385" providerId="ADAL" clId="{28E738DF-29E1-46A8-86AB-86F3687E81D9}" dt="2026-05-09T09:39:39.285" v="3744"/>
        <pc:sldMkLst>
          <pc:docMk/>
          <pc:sldMk cId="0" sldId="269"/>
        </pc:sldMkLst>
        <pc:spChg chg="mod">
          <ac:chgData name="SHIN HYUN KIL" userId="d5bffe1d-586f-4b28-9005-eb11788ec385" providerId="ADAL" clId="{28E738DF-29E1-46A8-86AB-86F3687E81D9}" dt="2026-05-09T09:04:40.218" v="1101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4:43.768" v="1103" actId="403"/>
          <ac:spMkLst>
            <pc:docMk/>
            <pc:sldMk cId="0" sldId="269"/>
            <ac:spMk id="12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377" v="1641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85" v="3744"/>
          <ac:spMkLst>
            <pc:docMk/>
            <pc:sldMk cId="0" sldId="269"/>
            <ac:spMk id="14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290" v="3745"/>
        <pc:sldMkLst>
          <pc:docMk/>
          <pc:sldMk cId="0" sldId="270"/>
        </pc:sldMkLst>
        <pc:spChg chg="mod">
          <ac:chgData name="SHIN HYUN KIL" userId="d5bffe1d-586f-4b28-9005-eb11788ec385" providerId="ADAL" clId="{28E738DF-29E1-46A8-86AB-86F3687E81D9}" dt="2026-05-09T09:05:01.113" v="1108" actId="403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5:31.211" v="1119" actId="403"/>
          <ac:spMkLst>
            <pc:docMk/>
            <pc:sldMk cId="0" sldId="270"/>
            <ac:spMk id="13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393" v="1642"/>
          <ac:spMkLst>
            <pc:docMk/>
            <pc:sldMk cId="0" sldId="270"/>
            <ac:spMk id="1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290" v="3745"/>
          <ac:spMkLst>
            <pc:docMk/>
            <pc:sldMk cId="0" sldId="270"/>
            <ac:spMk id="15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04:55.361" v="1106" actId="403"/>
          <ac:graphicFrameMkLst>
            <pc:docMk/>
            <pc:sldMk cId="0" sldId="270"/>
            <ac:graphicFrameMk id="7" creationId="{00000000-0000-0000-0000-000000000000}"/>
          </ac:graphicFrameMkLst>
        </pc:graphicFrameChg>
      </pc:sldChg>
      <pc:sldChg chg="delSp modSp mod">
        <pc:chgData name="SHIN HYUN KIL" userId="d5bffe1d-586f-4b28-9005-eb11788ec385" providerId="ADAL" clId="{28E738DF-29E1-46A8-86AB-86F3687E81D9}" dt="2026-05-09T09:39:39.340" v="3749"/>
        <pc:sldMkLst>
          <pc:docMk/>
          <pc:sldMk cId="0" sldId="271"/>
        </pc:sldMkLst>
        <pc:spChg chg="mod">
          <ac:chgData name="SHIN HYUN KIL" userId="d5bffe1d-586f-4b28-9005-eb11788ec385" providerId="ADAL" clId="{28E738DF-29E1-46A8-86AB-86F3687E81D9}" dt="2026-05-09T09:05:48.632" v="1136" actId="403"/>
          <ac:spMkLst>
            <pc:docMk/>
            <pc:sldMk cId="0" sldId="271"/>
            <ac:spMk id="1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6:51.798" v="1225" actId="20577"/>
          <ac:spMkLst>
            <pc:docMk/>
            <pc:sldMk cId="0" sldId="271"/>
            <ac:spMk id="14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398" v="1643"/>
          <ac:spMkLst>
            <pc:docMk/>
            <pc:sldMk cId="0" sldId="271"/>
            <ac:spMk id="1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40" v="3749"/>
          <ac:spMkLst>
            <pc:docMk/>
            <pc:sldMk cId="0" sldId="271"/>
            <ac:spMk id="16" creationId="{00000000-0000-0000-0000-000000000000}"/>
          </ac:spMkLst>
        </pc:spChg>
      </pc:sldChg>
      <pc:sldChg chg="modSp del mod">
        <pc:chgData name="SHIN HYUN KIL" userId="d5bffe1d-586f-4b28-9005-eb11788ec385" providerId="ADAL" clId="{28E738DF-29E1-46A8-86AB-86F3687E81D9}" dt="2026-05-09T09:09:05.502" v="1238"/>
        <pc:sldMkLst>
          <pc:docMk/>
          <pc:sldMk cId="0" sldId="272"/>
        </pc:sldMkLst>
        <pc:spChg chg="mod">
          <ac:chgData name="SHIN HYUN KIL" userId="d5bffe1d-586f-4b28-9005-eb11788ec385" providerId="ADAL" clId="{28E738DF-29E1-46A8-86AB-86F3687E81D9}" dt="2026-05-09T09:08:31.889" v="1228"/>
          <ac:spMkLst>
            <pc:docMk/>
            <pc:sldMk cId="0" sldId="272"/>
            <ac:spMk id="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8:31.891" v="1229"/>
          <ac:spMkLst>
            <pc:docMk/>
            <pc:sldMk cId="0" sldId="272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8:31.891" v="1230"/>
          <ac:spMkLst>
            <pc:docMk/>
            <pc:sldMk cId="0" sldId="272"/>
            <ac:spMk id="5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07:12.991" v="1227" actId="242"/>
          <ac:graphicFrameMkLst>
            <pc:docMk/>
            <pc:sldMk cId="0" sldId="272"/>
            <ac:graphicFrameMk id="7" creationId="{00000000-0000-0000-0000-000000000000}"/>
          </ac:graphicFrameMkLst>
        </pc:graphicFrameChg>
      </pc:sldChg>
      <pc:sldChg chg="delSp modSp mod">
        <pc:chgData name="SHIN HYUN KIL" userId="d5bffe1d-586f-4b28-9005-eb11788ec385" providerId="ADAL" clId="{28E738DF-29E1-46A8-86AB-86F3687E81D9}" dt="2026-05-09T09:50:15.115" v="4019" actId="20577"/>
        <pc:sldMkLst>
          <pc:docMk/>
          <pc:sldMk cId="0" sldId="273"/>
        </pc:sldMkLst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1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1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16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1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2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2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0.430" v="3479" actId="403"/>
          <ac:spMkLst>
            <pc:docMk/>
            <pc:sldMk cId="0" sldId="273"/>
            <ac:spMk id="2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50:15.115" v="4019" actId="20577"/>
          <ac:spMkLst>
            <pc:docMk/>
            <pc:sldMk cId="0" sldId="273"/>
            <ac:spMk id="2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3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3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3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36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3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3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3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4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4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2:18.510" v="3481" actId="403"/>
          <ac:spMkLst>
            <pc:docMk/>
            <pc:sldMk cId="0" sldId="273"/>
            <ac:spMk id="4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448" v="1645"/>
          <ac:spMkLst>
            <pc:docMk/>
            <pc:sldMk cId="0" sldId="273"/>
            <ac:spMk id="5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65" v="3751"/>
          <ac:spMkLst>
            <pc:docMk/>
            <pc:sldMk cId="0" sldId="273"/>
            <ac:spMk id="51" creationId="{00000000-0000-0000-0000-000000000000}"/>
          </ac:spMkLst>
        </pc:spChg>
      </pc:sldChg>
      <pc:sldChg chg="delSp modSp mod">
        <pc:chgData name="SHIN HYUN KIL" userId="d5bffe1d-586f-4b28-9005-eb11788ec385" providerId="ADAL" clId="{28E738DF-29E1-46A8-86AB-86F3687E81D9}" dt="2026-05-09T09:39:39.372" v="3752"/>
        <pc:sldMkLst>
          <pc:docMk/>
          <pc:sldMk cId="0" sldId="274"/>
        </pc:sldMkLst>
        <pc:spChg chg="mod">
          <ac:chgData name="SHIN HYUN KIL" userId="d5bffe1d-586f-4b28-9005-eb11788ec385" providerId="ADAL" clId="{28E738DF-29E1-46A8-86AB-86F3687E81D9}" dt="2026-05-09T09:09:02.125" v="1236" actId="20577"/>
          <ac:spMkLst>
            <pc:docMk/>
            <pc:sldMk cId="0" sldId="274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9:26.595" v="1394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0:30.168" v="3471" actId="5793"/>
          <ac:spMkLst>
            <pc:docMk/>
            <pc:sldMk cId="0" sldId="274"/>
            <ac:spMk id="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0:13.751" v="3465" actId="1035"/>
          <ac:spMkLst>
            <pc:docMk/>
            <pc:sldMk cId="0" sldId="274"/>
            <ac:spMk id="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3:04.251" v="1680" actId="1036"/>
          <ac:spMkLst>
            <pc:docMk/>
            <pc:sldMk cId="0" sldId="274"/>
            <ac:spMk id="9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456" v="164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72" v="3752"/>
          <ac:spMkLst>
            <pc:docMk/>
            <pc:sldMk cId="0" sldId="274"/>
            <ac:spMk id="11" creationId="{00000000-0000-0000-0000-000000000000}"/>
          </ac:spMkLst>
        </pc:spChg>
      </pc:sldChg>
      <pc:sldChg chg="modSp add mod">
        <pc:chgData name="SHIN HYUN KIL" userId="d5bffe1d-586f-4b28-9005-eb11788ec385" providerId="ADAL" clId="{28E738DF-29E1-46A8-86AB-86F3687E81D9}" dt="2026-05-09T09:39:39.198" v="3736"/>
        <pc:sldMkLst>
          <pc:docMk/>
          <pc:sldMk cId="1254619873" sldId="275"/>
        </pc:sldMkLst>
        <pc:spChg chg="mod">
          <ac:chgData name="SHIN HYUN KIL" userId="d5bffe1d-586f-4b28-9005-eb11788ec385" providerId="ADAL" clId="{28E738DF-29E1-46A8-86AB-86F3687E81D9}" dt="2026-05-09T08:59:39.815" v="1020" actId="20577"/>
          <ac:spMkLst>
            <pc:docMk/>
            <pc:sldMk cId="1254619873" sldId="275"/>
            <ac:spMk id="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33.880" v="948"/>
          <ac:spMkLst>
            <pc:docMk/>
            <pc:sldMk cId="1254619873" sldId="275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33.880" v="949"/>
          <ac:spMkLst>
            <pc:docMk/>
            <pc:sldMk cId="1254619873" sldId="275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7:32.091" v="970"/>
          <ac:spMkLst>
            <pc:docMk/>
            <pc:sldMk cId="1254619873" sldId="275"/>
            <ac:spMk id="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33.892" v="951"/>
          <ac:spMkLst>
            <pc:docMk/>
            <pc:sldMk cId="1254619873" sldId="275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7:32.098" v="971"/>
          <ac:spMkLst>
            <pc:docMk/>
            <pc:sldMk cId="1254619873" sldId="275"/>
            <ac:spMk id="1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33.892" v="953"/>
          <ac:spMkLst>
            <pc:docMk/>
            <pc:sldMk cId="1254619873" sldId="275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7:32.098" v="972"/>
          <ac:spMkLst>
            <pc:docMk/>
            <pc:sldMk cId="1254619873" sldId="275"/>
            <ac:spMk id="16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33.892" v="955"/>
          <ac:spMkLst>
            <pc:docMk/>
            <pc:sldMk cId="1254619873" sldId="275"/>
            <ac:spMk id="1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7:32.098" v="973"/>
          <ac:spMkLst>
            <pc:docMk/>
            <pc:sldMk cId="1254619873" sldId="275"/>
            <ac:spMk id="2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33.892" v="957"/>
          <ac:spMkLst>
            <pc:docMk/>
            <pc:sldMk cId="1254619873" sldId="275"/>
            <ac:spMk id="2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7:32.098" v="974"/>
          <ac:spMkLst>
            <pc:docMk/>
            <pc:sldMk cId="1254619873" sldId="275"/>
            <ac:spMk id="2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33.892" v="959"/>
          <ac:spMkLst>
            <pc:docMk/>
            <pc:sldMk cId="1254619873" sldId="275"/>
            <ac:spMk id="2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0:25.498" v="1025" actId="14100"/>
          <ac:spMkLst>
            <pc:docMk/>
            <pc:sldMk cId="1254619873" sldId="275"/>
            <ac:spMk id="26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47.356" v="960"/>
          <ac:spMkLst>
            <pc:docMk/>
            <pc:sldMk cId="1254619873" sldId="275"/>
            <ac:spMk id="2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0:22.012" v="1024" actId="14100"/>
          <ac:spMkLst>
            <pc:docMk/>
            <pc:sldMk cId="1254619873" sldId="275"/>
            <ac:spMk id="2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0:15.313" v="1022" actId="14100"/>
          <ac:spMkLst>
            <pc:docMk/>
            <pc:sldMk cId="1254619873" sldId="275"/>
            <ac:spMk id="2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0:18.873" v="1023" actId="14100"/>
          <ac:spMkLst>
            <pc:docMk/>
            <pc:sldMk cId="1254619873" sldId="275"/>
            <ac:spMk id="3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00:13.149" v="1021" actId="14100"/>
          <ac:spMkLst>
            <pc:docMk/>
            <pc:sldMk cId="1254619873" sldId="275"/>
            <ac:spMk id="31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8:56:47.373" v="964"/>
          <ac:spMkLst>
            <pc:docMk/>
            <pc:sldMk cId="1254619873" sldId="275"/>
            <ac:spMk id="3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198" v="3736"/>
          <ac:spMkLst>
            <pc:docMk/>
            <pc:sldMk cId="1254619873" sldId="275"/>
            <ac:spMk id="33" creationId="{00000000-0000-0000-0000-000000000000}"/>
          </ac:spMkLst>
        </pc:spChg>
      </pc:sldChg>
      <pc:sldChg chg="delSp modSp add mod">
        <pc:chgData name="SHIN HYUN KIL" userId="d5bffe1d-586f-4b28-9005-eb11788ec385" providerId="ADAL" clId="{28E738DF-29E1-46A8-86AB-86F3687E81D9}" dt="2026-05-09T09:39:39.348" v="3750"/>
        <pc:sldMkLst>
          <pc:docMk/>
          <pc:sldMk cId="1396835385" sldId="276"/>
        </pc:sldMkLst>
        <pc:spChg chg="mod">
          <ac:chgData name="SHIN HYUN KIL" userId="d5bffe1d-586f-4b28-9005-eb11788ec385" providerId="ADAL" clId="{28E738DF-29E1-46A8-86AB-86F3687E81D9}" dt="2026-05-09T09:12:35.903" v="1667" actId="20577"/>
          <ac:spMkLst>
            <pc:docMk/>
            <pc:sldMk cId="1396835385" sldId="276"/>
            <ac:spMk id="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1:27.414" v="1644"/>
          <ac:spMkLst>
            <pc:docMk/>
            <pc:sldMk cId="1396835385" sldId="276"/>
            <ac:spMk id="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48" v="3750"/>
          <ac:spMkLst>
            <pc:docMk/>
            <pc:sldMk cId="1396835385" sldId="276"/>
            <ac:spMk id="9" creationId="{00000000-0000-0000-0000-000000000000}"/>
          </ac:spMkLst>
        </pc:spChg>
        <pc:graphicFrameChg chg="mod modGraphic">
          <ac:chgData name="SHIN HYUN KIL" userId="d5bffe1d-586f-4b28-9005-eb11788ec385" providerId="ADAL" clId="{28E738DF-29E1-46A8-86AB-86F3687E81D9}" dt="2026-05-09T09:12:28.203" v="1658" actId="14734"/>
          <ac:graphicFrameMkLst>
            <pc:docMk/>
            <pc:sldMk cId="1396835385" sldId="276"/>
            <ac:graphicFrameMk id="7" creationId="{00000000-0000-0000-0000-000000000000}"/>
          </ac:graphicFrameMkLst>
        </pc:graphicFrameChg>
      </pc:sldChg>
      <pc:sldChg chg="modSp add del mod">
        <pc:chgData name="SHIN HYUN KIL" userId="d5bffe1d-586f-4b28-9005-eb11788ec385" providerId="ADAL" clId="{28E738DF-29E1-46A8-86AB-86F3687E81D9}" dt="2026-05-09T09:16:19.031" v="1816"/>
        <pc:sldMkLst>
          <pc:docMk/>
          <pc:sldMk cId="1534482892" sldId="277"/>
        </pc:sldMkLst>
        <pc:spChg chg="mod">
          <ac:chgData name="SHIN HYUN KIL" userId="d5bffe1d-586f-4b28-9005-eb11788ec385" providerId="ADAL" clId="{28E738DF-29E1-46A8-86AB-86F3687E81D9}" dt="2026-05-09T09:15:57.323" v="1808"/>
          <ac:spMkLst>
            <pc:docMk/>
            <pc:sldMk cId="1534482892" sldId="277"/>
            <ac:spMk id="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5:57.323" v="1809"/>
          <ac:spMkLst>
            <pc:docMk/>
            <pc:sldMk cId="1534482892" sldId="277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5:57.323" v="1810"/>
          <ac:spMkLst>
            <pc:docMk/>
            <pc:sldMk cId="1534482892" sldId="277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5:57.323" v="1811"/>
          <ac:spMkLst>
            <pc:docMk/>
            <pc:sldMk cId="1534482892" sldId="277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5:57.323" v="1812"/>
          <ac:spMkLst>
            <pc:docMk/>
            <pc:sldMk cId="1534482892" sldId="277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5:57.335" v="1813"/>
          <ac:spMkLst>
            <pc:docMk/>
            <pc:sldMk cId="1534482892" sldId="277"/>
            <ac:spMk id="1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5:57.335" v="1814"/>
          <ac:spMkLst>
            <pc:docMk/>
            <pc:sldMk cId="1534482892" sldId="277"/>
            <ac:spMk id="13" creationId="{00000000-0000-0000-0000-000000000000}"/>
          </ac:spMkLst>
        </pc:spChg>
      </pc:sldChg>
      <pc:sldChg chg="modSp add mod">
        <pc:chgData name="SHIN HYUN KIL" userId="d5bffe1d-586f-4b28-9005-eb11788ec385" providerId="ADAL" clId="{28E738DF-29E1-46A8-86AB-86F3687E81D9}" dt="2026-05-09T09:39:39.306" v="3746"/>
        <pc:sldMkLst>
          <pc:docMk/>
          <pc:sldMk cId="1342862714" sldId="278"/>
        </pc:sldMkLst>
        <pc:spChg chg="mod">
          <ac:chgData name="SHIN HYUN KIL" userId="d5bffe1d-586f-4b28-9005-eb11788ec385" providerId="ADAL" clId="{28E738DF-29E1-46A8-86AB-86F3687E81D9}" dt="2026-05-09T09:16:35.638" v="1821"/>
          <ac:spMkLst>
            <pc:docMk/>
            <pc:sldMk cId="1342862714" sldId="278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6:35.646" v="1822"/>
          <ac:spMkLst>
            <pc:docMk/>
            <pc:sldMk cId="1342862714" sldId="278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8:19.162" v="1846" actId="403"/>
          <ac:spMkLst>
            <pc:docMk/>
            <pc:sldMk cId="1342862714" sldId="278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8:23.249" v="1848" actId="403"/>
          <ac:spMkLst>
            <pc:docMk/>
            <pc:sldMk cId="1342862714" sldId="278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06" v="3746"/>
          <ac:spMkLst>
            <pc:docMk/>
            <pc:sldMk cId="1342862714" sldId="278"/>
            <ac:spMk id="15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18:13.396" v="1845" actId="14734"/>
          <ac:graphicFrameMkLst>
            <pc:docMk/>
            <pc:sldMk cId="1342862714" sldId="278"/>
            <ac:graphicFrameMk id="7" creationId="{00000000-0000-0000-0000-000000000000}"/>
          </ac:graphicFrameMkLst>
        </pc:graphicFrameChg>
      </pc:sldChg>
      <pc:sldChg chg="modSp add del mod">
        <pc:chgData name="SHIN HYUN KIL" userId="d5bffe1d-586f-4b28-9005-eb11788ec385" providerId="ADAL" clId="{28E738DF-29E1-46A8-86AB-86F3687E81D9}" dt="2026-05-09T09:18:29.169" v="1850"/>
        <pc:sldMkLst>
          <pc:docMk/>
          <pc:sldMk cId="2384139202" sldId="279"/>
        </pc:sldMkLst>
        <pc:spChg chg="mod">
          <ac:chgData name="SHIN HYUN KIL" userId="d5bffe1d-586f-4b28-9005-eb11788ec385" providerId="ADAL" clId="{28E738DF-29E1-46A8-86AB-86F3687E81D9}" dt="2026-05-09T09:17:58.134" v="1831"/>
          <ac:spMkLst>
            <pc:docMk/>
            <pc:sldMk cId="2384139202" sldId="279"/>
            <ac:spMk id="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7:58.136" v="1832"/>
          <ac:spMkLst>
            <pc:docMk/>
            <pc:sldMk cId="2384139202" sldId="279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7:58.140" v="1833"/>
          <ac:spMkLst>
            <pc:docMk/>
            <pc:sldMk cId="2384139202" sldId="279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7:58.143" v="1834"/>
          <ac:spMkLst>
            <pc:docMk/>
            <pc:sldMk cId="2384139202" sldId="279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7:58.147" v="1835"/>
          <ac:spMkLst>
            <pc:docMk/>
            <pc:sldMk cId="2384139202" sldId="279"/>
            <ac:spMk id="10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7:58.150" v="1836"/>
          <ac:spMkLst>
            <pc:docMk/>
            <pc:sldMk cId="2384139202" sldId="279"/>
            <ac:spMk id="12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17:58.153" v="1837"/>
          <ac:spMkLst>
            <pc:docMk/>
            <pc:sldMk cId="2384139202" sldId="279"/>
            <ac:spMk id="13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17:58.156" v="1838"/>
          <ac:graphicFrameMkLst>
            <pc:docMk/>
            <pc:sldMk cId="2384139202" sldId="279"/>
            <ac:graphicFrameMk id="7" creationId="{00000000-0000-0000-0000-000000000000}"/>
          </ac:graphicFrameMkLst>
        </pc:graphicFrameChg>
      </pc:sldChg>
      <pc:sldChg chg="delSp modSp add mod">
        <pc:chgData name="SHIN HYUN KIL" userId="d5bffe1d-586f-4b28-9005-eb11788ec385" providerId="ADAL" clId="{28E738DF-29E1-46A8-86AB-86F3687E81D9}" dt="2026-05-09T09:39:39.317" v="3747"/>
        <pc:sldMkLst>
          <pc:docMk/>
          <pc:sldMk cId="2311735498" sldId="280"/>
        </pc:sldMkLst>
        <pc:spChg chg="mod">
          <ac:chgData name="SHIN HYUN KIL" userId="d5bffe1d-586f-4b28-9005-eb11788ec385" providerId="ADAL" clId="{28E738DF-29E1-46A8-86AB-86F3687E81D9}" dt="2026-05-09T09:27:58.554" v="3452" actId="20577"/>
          <ac:spMkLst>
            <pc:docMk/>
            <pc:sldMk cId="2311735498" sldId="280"/>
            <ac:spMk id="5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8:53.237" v="1862"/>
          <ac:spMkLst>
            <pc:docMk/>
            <pc:sldMk cId="2311735498" sldId="280"/>
            <ac:spMk id="8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8:53.239" v="1863"/>
          <ac:spMkLst>
            <pc:docMk/>
            <pc:sldMk cId="2311735498" sldId="280"/>
            <ac:spMk id="9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8:53.239" v="1864"/>
          <ac:spMkLst>
            <pc:docMk/>
            <pc:sldMk cId="2311735498" sldId="280"/>
            <ac:spMk id="10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8:53.239" v="1865"/>
          <ac:spMkLst>
            <pc:docMk/>
            <pc:sldMk cId="2311735498" sldId="280"/>
            <ac:spMk id="11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8:53.239" v="1866"/>
          <ac:spMkLst>
            <pc:docMk/>
            <pc:sldMk cId="2311735498" sldId="280"/>
            <ac:spMk id="12" creationId="{00000000-0000-0000-0000-000000000000}"/>
          </ac:spMkLst>
        </pc:spChg>
        <pc:spChg chg="del">
          <ac:chgData name="SHIN HYUN KIL" userId="d5bffe1d-586f-4b28-9005-eb11788ec385" providerId="ADAL" clId="{28E738DF-29E1-46A8-86AB-86F3687E81D9}" dt="2026-05-09T09:18:53.239" v="1867"/>
          <ac:spMkLst>
            <pc:docMk/>
            <pc:sldMk cId="2311735498" sldId="280"/>
            <ac:spMk id="1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17" v="3747"/>
          <ac:spMkLst>
            <pc:docMk/>
            <pc:sldMk cId="2311735498" sldId="280"/>
            <ac:spMk id="15" creationId="{00000000-0000-0000-0000-000000000000}"/>
          </ac:spMkLst>
        </pc:spChg>
        <pc:graphicFrameChg chg="mod modGraphic">
          <ac:chgData name="SHIN HYUN KIL" userId="d5bffe1d-586f-4b28-9005-eb11788ec385" providerId="ADAL" clId="{28E738DF-29E1-46A8-86AB-86F3687E81D9}" dt="2026-05-09T09:27:03.172" v="3372" actId="20577"/>
          <ac:graphicFrameMkLst>
            <pc:docMk/>
            <pc:sldMk cId="2311735498" sldId="280"/>
            <ac:graphicFrameMk id="7" creationId="{00000000-0000-0000-0000-000000000000}"/>
          </ac:graphicFrameMkLst>
        </pc:graphicFrameChg>
      </pc:sldChg>
      <pc:sldChg chg="modSp add del mod">
        <pc:chgData name="SHIN HYUN KIL" userId="d5bffe1d-586f-4b28-9005-eb11788ec385" providerId="ADAL" clId="{28E738DF-29E1-46A8-86AB-86F3687E81D9}" dt="2026-05-09T09:32:42.251" v="3483"/>
        <pc:sldMkLst>
          <pc:docMk/>
          <pc:sldMk cId="384381231" sldId="281"/>
        </pc:sldMkLst>
        <pc:spChg chg="mod">
          <ac:chgData name="SHIN HYUN KIL" userId="d5bffe1d-586f-4b28-9005-eb11788ec385" providerId="ADAL" clId="{28E738DF-29E1-46A8-86AB-86F3687E81D9}" dt="2026-05-09T09:31:54.529" v="3473"/>
          <ac:spMkLst>
            <pc:docMk/>
            <pc:sldMk cId="384381231" sldId="281"/>
            <ac:spMk id="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1:54.529" v="3474"/>
          <ac:spMkLst>
            <pc:docMk/>
            <pc:sldMk cId="384381231" sldId="281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1:54.529" v="3475"/>
          <ac:spMkLst>
            <pc:docMk/>
            <pc:sldMk cId="384381231" sldId="281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1:54.529" v="3476"/>
          <ac:spMkLst>
            <pc:docMk/>
            <pc:sldMk cId="384381231" sldId="281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1:54.529" v="3477"/>
          <ac:spMkLst>
            <pc:docMk/>
            <pc:sldMk cId="384381231" sldId="281"/>
            <ac:spMk id="11" creationId="{00000000-0000-0000-0000-000000000000}"/>
          </ac:spMkLst>
        </pc:spChg>
      </pc:sldChg>
      <pc:sldChg chg="modSp add mod">
        <pc:chgData name="SHIN HYUN KIL" userId="d5bffe1d-586f-4b28-9005-eb11788ec385" providerId="ADAL" clId="{28E738DF-29E1-46A8-86AB-86F3687E81D9}" dt="2026-05-09T09:48:21.150" v="3958" actId="20577"/>
        <pc:sldMkLst>
          <pc:docMk/>
          <pc:sldMk cId="1498145002" sldId="282"/>
        </pc:sldMkLst>
        <pc:spChg chg="mod">
          <ac:chgData name="SHIN HYUN KIL" userId="d5bffe1d-586f-4b28-9005-eb11788ec385" providerId="ADAL" clId="{28E738DF-29E1-46A8-86AB-86F3687E81D9}" dt="2026-05-09T09:47:26.360" v="3890" actId="20577"/>
          <ac:spMkLst>
            <pc:docMk/>
            <pc:sldMk cId="1498145002" sldId="282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47:35.830" v="3901" actId="20577"/>
          <ac:spMkLst>
            <pc:docMk/>
            <pc:sldMk cId="1498145002" sldId="282"/>
            <ac:spMk id="7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4:56.189" v="3638" actId="14100"/>
          <ac:spMkLst>
            <pc:docMk/>
            <pc:sldMk cId="1498145002" sldId="282"/>
            <ac:spMk id="8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48:21.150" v="3958" actId="20577"/>
          <ac:spMkLst>
            <pc:docMk/>
            <pc:sldMk cId="1498145002" sldId="282"/>
            <ac:spMk id="9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72" v="3753"/>
          <ac:spMkLst>
            <pc:docMk/>
            <pc:sldMk cId="1498145002" sldId="282"/>
            <ac:spMk id="11" creationId="{00000000-0000-0000-0000-000000000000}"/>
          </ac:spMkLst>
        </pc:spChg>
      </pc:sldChg>
      <pc:sldChg chg="modSp add del mod">
        <pc:chgData name="SHIN HYUN KIL" userId="d5bffe1d-586f-4b28-9005-eb11788ec385" providerId="ADAL" clId="{28E738DF-29E1-46A8-86AB-86F3687E81D9}" dt="2026-05-09T09:39:28.374" v="3723"/>
        <pc:sldMkLst>
          <pc:docMk/>
          <pc:sldMk cId="3432368804" sldId="283"/>
        </pc:sldMkLst>
        <pc:spChg chg="mod">
          <ac:chgData name="SHIN HYUN KIL" userId="d5bffe1d-586f-4b28-9005-eb11788ec385" providerId="ADAL" clId="{28E738DF-29E1-46A8-86AB-86F3687E81D9}" dt="2026-05-09T09:39:00.224" v="3708"/>
          <ac:spMkLst>
            <pc:docMk/>
            <pc:sldMk cId="3432368804" sldId="283"/>
            <ac:spMk id="3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00.225" v="3709"/>
          <ac:spMkLst>
            <pc:docMk/>
            <pc:sldMk cId="3432368804" sldId="283"/>
            <ac:spMk id="4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00.225" v="3710"/>
          <ac:spMkLst>
            <pc:docMk/>
            <pc:sldMk cId="3432368804" sldId="283"/>
            <ac:spMk id="5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39:00.650" v="3721"/>
          <ac:graphicFrameMkLst>
            <pc:docMk/>
            <pc:sldMk cId="3432368804" sldId="283"/>
            <ac:graphicFrameMk id="7" creationId="{00000000-0000-0000-0000-000000000000}"/>
          </ac:graphicFrameMkLst>
        </pc:graphicFrameChg>
      </pc:sldChg>
      <pc:sldChg chg="modSp add mod">
        <pc:chgData name="SHIN HYUN KIL" userId="d5bffe1d-586f-4b28-9005-eb11788ec385" providerId="ADAL" clId="{28E738DF-29E1-46A8-86AB-86F3687E81D9}" dt="2026-05-09T09:47:06.886" v="3884" actId="20577"/>
        <pc:sldMkLst>
          <pc:docMk/>
          <pc:sldMk cId="1624188541" sldId="284"/>
        </pc:sldMkLst>
        <pc:spChg chg="mod">
          <ac:chgData name="SHIN HYUN KIL" userId="d5bffe1d-586f-4b28-9005-eb11788ec385" providerId="ADAL" clId="{28E738DF-29E1-46A8-86AB-86F3687E81D9}" dt="2026-05-09T09:46:05.137" v="3837" actId="14100"/>
          <ac:spMkLst>
            <pc:docMk/>
            <pc:sldMk cId="1624188541" sldId="284"/>
            <ac:spMk id="5" creationId="{00000000-0000-0000-0000-000000000000}"/>
          </ac:spMkLst>
        </pc:spChg>
        <pc:spChg chg="mod">
          <ac:chgData name="SHIN HYUN KIL" userId="d5bffe1d-586f-4b28-9005-eb11788ec385" providerId="ADAL" clId="{28E738DF-29E1-46A8-86AB-86F3687E81D9}" dt="2026-05-09T09:39:39.323" v="3748"/>
          <ac:spMkLst>
            <pc:docMk/>
            <pc:sldMk cId="1624188541" sldId="284"/>
            <ac:spMk id="15" creationId="{00000000-0000-0000-0000-000000000000}"/>
          </ac:spMkLst>
        </pc:spChg>
        <pc:graphicFrameChg chg="modGraphic">
          <ac:chgData name="SHIN HYUN KIL" userId="d5bffe1d-586f-4b28-9005-eb11788ec385" providerId="ADAL" clId="{28E738DF-29E1-46A8-86AB-86F3687E81D9}" dt="2026-05-09T09:47:06.886" v="3884" actId="20577"/>
          <ac:graphicFrameMkLst>
            <pc:docMk/>
            <pc:sldMk cId="1624188541" sldId="284"/>
            <ac:graphicFrameMk id="7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91640"/>
            <a:ext cx="9144000" cy="914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04672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기계학습</a:t>
            </a:r>
            <a:r>
              <a:rPr dirty="0"/>
              <a:t> </a:t>
            </a:r>
            <a:r>
              <a:rPr dirty="0" err="1"/>
              <a:t>강의</a:t>
            </a:r>
            <a:r>
              <a:rPr dirty="0"/>
              <a:t> </a:t>
            </a: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파이프라인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6776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500" b="0">
                <a:solidFill>
                  <a:srgbClr val="C8D8EE"/>
                </a:solidFill>
                <a:latin typeface="Calibri"/>
              </a:defRPr>
            </a:pPr>
            <a:r>
              <a:rPr dirty="0"/>
              <a:t>From Raw Data to </a:t>
            </a:r>
            <a:r>
              <a:rPr lang="en-US" dirty="0"/>
              <a:t>Machine Learning</a:t>
            </a:r>
            <a:r>
              <a:rPr dirty="0"/>
              <a:t>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4023360" cy="14173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Pipeline 1 —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657600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데이터</a:t>
            </a:r>
            <a:r>
              <a:rPr sz="1400" dirty="0"/>
              <a:t> </a:t>
            </a:r>
            <a:r>
              <a:rPr sz="1400" dirty="0" err="1"/>
              <a:t>정리</a:t>
            </a:r>
            <a:r>
              <a:rPr sz="1400" dirty="0"/>
              <a:t> · </a:t>
            </a:r>
            <a:r>
              <a:rPr sz="1400" dirty="0" err="1"/>
              <a:t>라벨링</a:t>
            </a:r>
            <a:r>
              <a:rPr sz="1400" dirty="0"/>
              <a:t> · SMILES </a:t>
            </a:r>
            <a:r>
              <a:rPr sz="1400" dirty="0" err="1"/>
              <a:t>표준화</a:t>
            </a:r>
            <a:br>
              <a:rPr sz="1400" dirty="0"/>
            </a:br>
            <a:r>
              <a:rPr sz="1400" dirty="0" err="1"/>
              <a:t>RDKit</a:t>
            </a:r>
            <a:r>
              <a:rPr sz="1400" dirty="0"/>
              <a:t> Descriptor / Fingerprint </a:t>
            </a:r>
            <a:r>
              <a:rPr sz="1400" dirty="0" err="1"/>
              <a:t>계산</a:t>
            </a:r>
            <a:br>
              <a:rPr sz="1400" dirty="0"/>
            </a:br>
            <a:r>
              <a:rPr sz="1400" dirty="0"/>
              <a:t>→ skin_irritation_2Ddesc.csv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40280"/>
            <a:ext cx="4023360" cy="141732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0600" y="23317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Pipeline 2 — Model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97480"/>
            <a:ext cx="3657600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Feature Selection · Grid Search · CV</a:t>
            </a:r>
            <a:br>
              <a:rPr sz="1400" dirty="0"/>
            </a:br>
            <a:r>
              <a:rPr sz="1400" dirty="0" err="1"/>
              <a:t>LogReg</a:t>
            </a:r>
            <a:r>
              <a:rPr sz="1400" dirty="0"/>
              <a:t> / MLP / SVM / Tree / RF / XGB</a:t>
            </a:r>
            <a:br>
              <a:rPr sz="1400" dirty="0"/>
            </a:br>
            <a:r>
              <a:rPr sz="1400" dirty="0"/>
              <a:t>→ model_*.</a:t>
            </a:r>
            <a:r>
              <a:rPr sz="1400" dirty="0" err="1"/>
              <a:t>joblib</a:t>
            </a:r>
            <a:r>
              <a:rPr sz="1400" dirty="0"/>
              <a:t> (</a:t>
            </a:r>
            <a:r>
              <a:rPr sz="1400" dirty="0" err="1"/>
              <a:t>최종</a:t>
            </a:r>
            <a:r>
              <a:rPr sz="1400" dirty="0"/>
              <a:t> </a:t>
            </a:r>
            <a:r>
              <a:rPr sz="1400" dirty="0" err="1"/>
              <a:t>산출물</a:t>
            </a:r>
            <a:r>
              <a:rPr sz="1400" dirty="0"/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804672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rPr dirty="0" err="1"/>
              <a:t>주제</a:t>
            </a:r>
            <a:r>
              <a:rPr dirty="0"/>
              <a:t>: </a:t>
            </a:r>
            <a:r>
              <a:rPr dirty="0" err="1"/>
              <a:t>피부</a:t>
            </a:r>
            <a:r>
              <a:rPr dirty="0"/>
              <a:t> </a:t>
            </a:r>
            <a:r>
              <a:rPr dirty="0" err="1"/>
              <a:t>자극</a:t>
            </a:r>
            <a:r>
              <a:rPr dirty="0"/>
              <a:t>(skin irritation) </a:t>
            </a:r>
            <a:r>
              <a:rPr dirty="0" err="1"/>
              <a:t>이진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 — </a:t>
            </a:r>
            <a:r>
              <a:rPr lang="en-US" i="1" dirty="0"/>
              <a:t>in</a:t>
            </a:r>
            <a:r>
              <a:rPr i="1" dirty="0"/>
              <a:t> silico</a:t>
            </a:r>
            <a:r>
              <a:rPr dirty="0"/>
              <a:t> Toxicology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55606F"/>
                </a:solidFill>
                <a:latin typeface="Malgun Gothic"/>
              </a:defRPr>
            </a:pPr>
            <a:r>
              <a:t>데이터: skin_irritation.xlsx (EPA/FIFRA In Vivo)  |  도구: pandas · RDKit · scikit-learn · XGBoost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t>덕성여자대학교 기계학습 강의  |  학부 2학년  |  AI 신약개발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TOC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4023360" cy="324612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0E7C86"/>
                </a:solidFill>
                <a:latin typeface="Malgun Gothic"/>
              </a:defRPr>
            </a:pPr>
            <a:r>
              <a:t>Pipeline 1 — 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657600" cy="2156488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1. </a:t>
            </a:r>
            <a:r>
              <a:rPr sz="1400" dirty="0" err="1"/>
              <a:t>강의</a:t>
            </a:r>
            <a:r>
              <a:rPr sz="1400" dirty="0"/>
              <a:t> </a:t>
            </a:r>
            <a:r>
              <a:rPr sz="1400" dirty="0" err="1"/>
              <a:t>개요</a:t>
            </a:r>
            <a:r>
              <a:rPr sz="1400" dirty="0"/>
              <a:t> · 두 </a:t>
            </a:r>
            <a:r>
              <a:rPr sz="1400" dirty="0" err="1"/>
              <a:t>파이프라인의</a:t>
            </a:r>
            <a:r>
              <a:rPr sz="1400" dirty="0"/>
              <a:t> </a:t>
            </a:r>
            <a:r>
              <a:rPr sz="1400" dirty="0" err="1"/>
              <a:t>역할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2. w2-1 : pandas </a:t>
            </a:r>
            <a:r>
              <a:rPr sz="1400" dirty="0" err="1"/>
              <a:t>기초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3. w2-2 : </a:t>
            </a:r>
            <a:r>
              <a:rPr sz="1400" dirty="0" err="1"/>
              <a:t>데이터셋</a:t>
            </a:r>
            <a:r>
              <a:rPr sz="1400" dirty="0"/>
              <a:t> </a:t>
            </a:r>
            <a:r>
              <a:rPr sz="1400" dirty="0" err="1"/>
              <a:t>확인</a:t>
            </a:r>
            <a:r>
              <a:rPr sz="1400" dirty="0"/>
              <a:t> + </a:t>
            </a:r>
            <a:r>
              <a:rPr sz="1400" dirty="0" err="1"/>
              <a:t>subsetting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4. w3-1 : </a:t>
            </a:r>
            <a:r>
              <a:rPr sz="1400" dirty="0" err="1"/>
              <a:t>중복</a:t>
            </a:r>
            <a:r>
              <a:rPr sz="1400" dirty="0"/>
              <a:t>/</a:t>
            </a:r>
            <a:r>
              <a:rPr sz="1400" dirty="0" err="1"/>
              <a:t>결측</a:t>
            </a:r>
            <a:r>
              <a:rPr sz="1400" dirty="0"/>
              <a:t> </a:t>
            </a:r>
            <a:r>
              <a:rPr sz="1400" dirty="0" err="1"/>
              <a:t>처리</a:t>
            </a:r>
            <a:r>
              <a:rPr sz="1400" dirty="0"/>
              <a:t> + label </a:t>
            </a:r>
            <a:r>
              <a:rPr sz="1400" dirty="0" err="1"/>
              <a:t>생성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5. w4-1 : </a:t>
            </a:r>
            <a:r>
              <a:rPr sz="1400" dirty="0" err="1"/>
              <a:t>RDKit</a:t>
            </a:r>
            <a:r>
              <a:rPr sz="1400" dirty="0"/>
              <a:t> </a:t>
            </a:r>
            <a:r>
              <a:rPr sz="1400" dirty="0" err="1"/>
              <a:t>도입</a:t>
            </a:r>
            <a:r>
              <a:rPr sz="1400" dirty="0"/>
              <a:t> — SMILES → Mol</a:t>
            </a:r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6. w4-2 : Descriptor + Fingerprint </a:t>
            </a:r>
            <a:r>
              <a:rPr sz="1400" dirty="0" err="1"/>
              <a:t>계산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7. w5-1 : SMILES </a:t>
            </a:r>
            <a:r>
              <a:rPr sz="1400" dirty="0" err="1"/>
              <a:t>표준화</a:t>
            </a:r>
            <a:r>
              <a:rPr sz="1400" dirty="0"/>
              <a:t> + </a:t>
            </a:r>
            <a:r>
              <a:rPr sz="1400" dirty="0" err="1"/>
              <a:t>최종</a:t>
            </a:r>
            <a:r>
              <a:rPr sz="1400" dirty="0"/>
              <a:t> </a:t>
            </a:r>
            <a:r>
              <a:rPr sz="1400" dirty="0" err="1"/>
              <a:t>데이터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8. Data Prep </a:t>
            </a:r>
            <a:r>
              <a:rPr sz="1400" dirty="0" err="1"/>
              <a:t>흐름</a:t>
            </a:r>
            <a:r>
              <a:rPr sz="1400" dirty="0"/>
              <a:t> </a:t>
            </a:r>
            <a:r>
              <a:rPr sz="1400" dirty="0" err="1"/>
              <a:t>요약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4617720" y="1325880"/>
            <a:ext cx="4023360" cy="3246120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D96E2E"/>
                </a:solidFill>
                <a:latin typeface="Malgun Gothic"/>
              </a:defRPr>
            </a:pPr>
            <a:r>
              <a:t>Pipeline 2 — 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83080"/>
            <a:ext cx="3657600" cy="2156488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9. w5-2 : ML </a:t>
            </a:r>
            <a:r>
              <a:rPr sz="1400" dirty="0" err="1"/>
              <a:t>모델</a:t>
            </a:r>
            <a:r>
              <a:rPr sz="1400" dirty="0"/>
              <a:t> </a:t>
            </a:r>
            <a:r>
              <a:rPr sz="1400" dirty="0" err="1"/>
              <a:t>학습</a:t>
            </a:r>
            <a:r>
              <a:rPr sz="1400" dirty="0"/>
              <a:t> </a:t>
            </a:r>
            <a:r>
              <a:rPr sz="1400" dirty="0" err="1"/>
              <a:t>개요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10. w7 : ANN · Logistic Regression</a:t>
            </a:r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11. w9-1 : Feature Selection · LR/MLP/SVM</a:t>
            </a:r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12. w9-2 : </a:t>
            </a:r>
            <a:r>
              <a:rPr sz="1400" dirty="0" err="1"/>
              <a:t>결과</a:t>
            </a:r>
            <a:r>
              <a:rPr sz="1400" dirty="0"/>
              <a:t> </a:t>
            </a:r>
            <a:r>
              <a:rPr sz="1400" dirty="0" err="1"/>
              <a:t>정리</a:t>
            </a:r>
            <a:r>
              <a:rPr sz="1400" dirty="0"/>
              <a:t> + </a:t>
            </a:r>
            <a:r>
              <a:rPr sz="1400" dirty="0" err="1"/>
              <a:t>시각화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13. w10-1 : Tree </a:t>
            </a:r>
            <a:r>
              <a:rPr sz="1400" dirty="0" err="1"/>
              <a:t>모델</a:t>
            </a:r>
            <a:r>
              <a:rPr sz="1400" dirty="0"/>
              <a:t> + </a:t>
            </a:r>
            <a:r>
              <a:rPr sz="1400" dirty="0" err="1"/>
              <a:t>앙상블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14. w10-2 : </a:t>
            </a:r>
            <a:r>
              <a:rPr sz="1400" dirty="0" err="1"/>
              <a:t>모델</a:t>
            </a:r>
            <a:r>
              <a:rPr sz="1400" dirty="0"/>
              <a:t> </a:t>
            </a:r>
            <a:r>
              <a:rPr sz="1400" dirty="0" err="1"/>
              <a:t>저장</a:t>
            </a:r>
            <a:r>
              <a:rPr sz="1400" dirty="0"/>
              <a:t> · 새 </a:t>
            </a:r>
            <a:r>
              <a:rPr sz="1400" dirty="0" err="1"/>
              <a:t>분자</a:t>
            </a:r>
            <a:r>
              <a:rPr sz="1400" dirty="0"/>
              <a:t> </a:t>
            </a:r>
            <a:r>
              <a:rPr sz="1400" dirty="0" err="1"/>
              <a:t>예측</a:t>
            </a:r>
            <a:r>
              <a:rPr sz="1400" dirty="0"/>
              <a:t>  ★</a:t>
            </a:r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15. </a:t>
            </a:r>
            <a:r>
              <a:rPr sz="1400" dirty="0" err="1"/>
              <a:t>모델별</a:t>
            </a:r>
            <a:r>
              <a:rPr sz="1400" dirty="0"/>
              <a:t> </a:t>
            </a:r>
            <a:r>
              <a:rPr sz="1400" dirty="0" err="1"/>
              <a:t>표준화</a:t>
            </a:r>
            <a:r>
              <a:rPr sz="1400" dirty="0"/>
              <a:t> </a:t>
            </a:r>
            <a:r>
              <a:rPr sz="1400" dirty="0" err="1"/>
              <a:t>필요</a:t>
            </a:r>
            <a:r>
              <a:rPr sz="1400" dirty="0"/>
              <a:t> </a:t>
            </a:r>
            <a:r>
              <a:rPr sz="1400" dirty="0" err="1"/>
              <a:t>여부</a:t>
            </a:r>
            <a:r>
              <a:rPr sz="1400" dirty="0"/>
              <a:t> </a:t>
            </a:r>
            <a:r>
              <a:rPr sz="1400" dirty="0" err="1"/>
              <a:t>비교</a:t>
            </a:r>
            <a:endParaRPr sz="1400" dirty="0"/>
          </a:p>
          <a:p>
            <a:pPr marL="228600" indent="-228600">
              <a:spcAft>
                <a:spcPts val="4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16. </a:t>
            </a:r>
            <a:r>
              <a:rPr sz="1400" dirty="0" err="1"/>
              <a:t>통합</a:t>
            </a:r>
            <a:r>
              <a:rPr sz="1400" dirty="0"/>
              <a:t> </a:t>
            </a:r>
            <a:r>
              <a:rPr sz="1400" dirty="0" err="1"/>
              <a:t>흐름도</a:t>
            </a:r>
            <a:r>
              <a:rPr sz="1400" dirty="0"/>
              <a:t> + </a:t>
            </a:r>
            <a:r>
              <a:rPr sz="1400" dirty="0" err="1"/>
              <a:t>시험</a:t>
            </a:r>
            <a:r>
              <a:rPr sz="1400" dirty="0"/>
              <a:t> </a:t>
            </a:r>
            <a:r>
              <a:rPr sz="1400" dirty="0" err="1"/>
              <a:t>포인트</a:t>
            </a:r>
            <a:endParaRPr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2/24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ML 프로젝트의 두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데이터 준비 (Data Preparation) + 모델 학습 (Model Training)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4069080" cy="33832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703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① Data 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CCECEE"/>
                </a:solidFill>
                <a:latin typeface="Calibri"/>
              </a:defRPr>
            </a:pPr>
            <a:r>
              <a:t>raw data → 학습 가능한 X,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3611880" cy="1687129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Excel/CSV </a:t>
            </a:r>
            <a:r>
              <a:rPr sz="1400" dirty="0" err="1"/>
              <a:t>로드</a:t>
            </a:r>
            <a:r>
              <a:rPr sz="1400" dirty="0"/>
              <a:t> + </a:t>
            </a:r>
            <a:r>
              <a:rPr sz="1400" dirty="0" err="1"/>
              <a:t>컬럼</a:t>
            </a:r>
            <a:r>
              <a:rPr sz="1400" dirty="0"/>
              <a:t> </a:t>
            </a:r>
            <a:r>
              <a:rPr sz="1400" dirty="0" err="1"/>
              <a:t>확인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필터링</a:t>
            </a:r>
            <a:r>
              <a:rPr sz="1400" dirty="0"/>
              <a:t>: Mixture/Species 등 subset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결측·중복</a:t>
            </a:r>
            <a:r>
              <a:rPr sz="1400" dirty="0"/>
              <a:t> </a:t>
            </a:r>
            <a:r>
              <a:rPr sz="1400" dirty="0" err="1"/>
              <a:t>제거</a:t>
            </a:r>
            <a:r>
              <a:rPr sz="1400" dirty="0"/>
              <a:t>, label </a:t>
            </a:r>
            <a:r>
              <a:rPr sz="1400" dirty="0" err="1"/>
              <a:t>생성</a:t>
            </a:r>
            <a:r>
              <a:rPr sz="1400" dirty="0"/>
              <a:t> (0/1)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SMILES </a:t>
            </a:r>
            <a:r>
              <a:rPr sz="1400" dirty="0" err="1"/>
              <a:t>표준화</a:t>
            </a:r>
            <a:r>
              <a:rPr sz="1400" dirty="0"/>
              <a:t> (염 </a:t>
            </a:r>
            <a:r>
              <a:rPr sz="1400" dirty="0" err="1"/>
              <a:t>제거</a:t>
            </a:r>
            <a:r>
              <a:rPr sz="1400" dirty="0"/>
              <a:t>, </a:t>
            </a:r>
            <a:r>
              <a:rPr sz="1400" dirty="0" err="1"/>
              <a:t>단일</a:t>
            </a:r>
            <a:r>
              <a:rPr sz="1400" dirty="0"/>
              <a:t> </a:t>
            </a:r>
            <a:r>
              <a:rPr sz="1400" dirty="0" err="1"/>
              <a:t>분자</a:t>
            </a:r>
            <a:r>
              <a:rPr sz="1400" dirty="0"/>
              <a:t>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RDKit으로</a:t>
            </a:r>
            <a:r>
              <a:rPr sz="1400" dirty="0"/>
              <a:t> </a:t>
            </a:r>
            <a:r>
              <a:rPr sz="1400" dirty="0" err="1"/>
              <a:t>Descriptor·Fingerprint</a:t>
            </a:r>
            <a:r>
              <a:rPr sz="1400" dirty="0"/>
              <a:t> </a:t>
            </a:r>
            <a:r>
              <a:rPr sz="1400" dirty="0" err="1"/>
              <a:t>계산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최종</a:t>
            </a:r>
            <a:r>
              <a:rPr sz="1400" dirty="0"/>
              <a:t>: skin_irritation_2Ddesc.csv (39×220)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26280" y="2606040"/>
            <a:ext cx="457200" cy="822960"/>
          </a:xfrm>
          <a:prstGeom prst="rightArrow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0" y="1325880"/>
            <a:ext cx="3657600" cy="33832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417320"/>
            <a:ext cx="32918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② 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FBE2CD"/>
                </a:solidFill>
                <a:latin typeface="Calibri"/>
              </a:defRPr>
            </a:pPr>
            <a:r>
              <a:t>X, y → 검증된 모델 파일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057400"/>
            <a:ext cx="3200400" cy="1687129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X / y </a:t>
            </a:r>
            <a:r>
              <a:rPr sz="1400" dirty="0" err="1"/>
              <a:t>분리</a:t>
            </a:r>
            <a:r>
              <a:rPr sz="1400" dirty="0"/>
              <a:t> + </a:t>
            </a:r>
            <a:r>
              <a:rPr sz="1400" dirty="0" err="1"/>
              <a:t>NaN</a:t>
            </a:r>
            <a:r>
              <a:rPr sz="1400" dirty="0"/>
              <a:t>/</a:t>
            </a:r>
            <a:r>
              <a:rPr sz="1400" dirty="0" err="1"/>
              <a:t>저분산</a:t>
            </a:r>
            <a:r>
              <a:rPr sz="1400" dirty="0"/>
              <a:t> </a:t>
            </a:r>
            <a:r>
              <a:rPr sz="1400" dirty="0" err="1"/>
              <a:t>컬럼</a:t>
            </a:r>
            <a:r>
              <a:rPr sz="1400" dirty="0"/>
              <a:t> </a:t>
            </a:r>
            <a:r>
              <a:rPr sz="1400" dirty="0" err="1"/>
              <a:t>제거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SelectKBest</a:t>
            </a:r>
            <a:r>
              <a:rPr sz="1400" dirty="0"/>
              <a:t> (</a:t>
            </a:r>
            <a:r>
              <a:rPr sz="1400" dirty="0" err="1"/>
              <a:t>k개</a:t>
            </a:r>
            <a:r>
              <a:rPr sz="1400" dirty="0"/>
              <a:t> feature </a:t>
            </a:r>
            <a:r>
              <a:rPr sz="1400" dirty="0" err="1"/>
              <a:t>선택</a:t>
            </a:r>
            <a:r>
              <a:rPr sz="1400" dirty="0"/>
              <a:t>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StandardScaler</a:t>
            </a:r>
            <a:r>
              <a:rPr sz="1400" dirty="0"/>
              <a:t> (</a:t>
            </a:r>
            <a:r>
              <a:rPr sz="1400" dirty="0" err="1"/>
              <a:t>필요한</a:t>
            </a:r>
            <a:r>
              <a:rPr sz="1400" dirty="0"/>
              <a:t> </a:t>
            </a:r>
            <a:r>
              <a:rPr sz="1400" dirty="0" err="1"/>
              <a:t>모델만</a:t>
            </a:r>
            <a:r>
              <a:rPr sz="1400" dirty="0"/>
              <a:t>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Grid Search · 5-fold CV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모델</a:t>
            </a:r>
            <a:r>
              <a:rPr sz="1400" dirty="0"/>
              <a:t> </a:t>
            </a:r>
            <a:r>
              <a:rPr sz="1400" dirty="0" err="1"/>
              <a:t>비교</a:t>
            </a:r>
            <a:r>
              <a:rPr sz="1400" dirty="0"/>
              <a:t>: LR/MLP/SVM/DT/RF/XGB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최종</a:t>
            </a:r>
            <a:r>
              <a:rPr sz="1400" dirty="0"/>
              <a:t>: </a:t>
            </a:r>
            <a:r>
              <a:rPr sz="1400" dirty="0" err="1"/>
              <a:t>joblib.dump</a:t>
            </a:r>
            <a:r>
              <a:rPr sz="1400" dirty="0"/>
              <a:t>(model_*.</a:t>
            </a:r>
            <a:r>
              <a:rPr sz="1400" dirty="0" err="1"/>
              <a:t>joblib</a:t>
            </a:r>
            <a:r>
              <a:rPr sz="1400" dirty="0"/>
              <a:t>) 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3/24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w2-1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pandas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ML 데이터를 다루는 가장 기본적인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4069080" cy="3383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703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1F3A68"/>
                </a:solidFill>
                <a:latin typeface="Malgun Gothic"/>
              </a:defRPr>
            </a:pPr>
            <a:r>
              <a:t>꼭 알아야 하는 4가지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3703320" cy="1502463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DataFrame</a:t>
            </a:r>
            <a:r>
              <a:rPr sz="1200" dirty="0"/>
              <a:t>: </a:t>
            </a:r>
            <a:r>
              <a:rPr sz="1200" dirty="0" err="1"/>
              <a:t>엑셀처럼</a:t>
            </a:r>
            <a:r>
              <a:rPr sz="1200" dirty="0"/>
              <a:t> 행/</a:t>
            </a:r>
            <a:r>
              <a:rPr sz="1200" dirty="0" err="1"/>
              <a:t>열로</a:t>
            </a:r>
            <a:r>
              <a:rPr sz="1200" dirty="0"/>
              <a:t> </a:t>
            </a:r>
            <a:r>
              <a:rPr sz="1200" dirty="0" err="1"/>
              <a:t>구성된</a:t>
            </a:r>
            <a:r>
              <a:rPr sz="1200" dirty="0"/>
              <a:t> </a:t>
            </a:r>
            <a:r>
              <a:rPr sz="1200" dirty="0" err="1"/>
              <a:t>자료구조</a:t>
            </a:r>
            <a:endParaRPr sz="12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/>
              <a:t>Series: </a:t>
            </a:r>
            <a:r>
              <a:rPr sz="1200" dirty="0" err="1"/>
              <a:t>DataFrame의</a:t>
            </a:r>
            <a:r>
              <a:rPr sz="1200" dirty="0"/>
              <a:t> 한 </a:t>
            </a:r>
            <a:r>
              <a:rPr sz="1200" dirty="0" err="1"/>
              <a:t>컬럼</a:t>
            </a:r>
            <a:r>
              <a:rPr sz="1200" dirty="0"/>
              <a:t> (1차원)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df.shape</a:t>
            </a:r>
            <a:r>
              <a:rPr sz="1200" dirty="0"/>
              <a:t> — (행, 열)  /  </a:t>
            </a:r>
            <a:r>
              <a:rPr sz="1200" dirty="0" err="1"/>
              <a:t>df.head</a:t>
            </a:r>
            <a:r>
              <a:rPr sz="1200" dirty="0"/>
              <a:t>() — 위 5줄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df.columns</a:t>
            </a:r>
            <a:r>
              <a:rPr sz="1200" dirty="0"/>
              <a:t> — </a:t>
            </a:r>
            <a:r>
              <a:rPr sz="1200" dirty="0" err="1"/>
              <a:t>컬럼명</a:t>
            </a:r>
            <a:r>
              <a:rPr sz="1200" dirty="0"/>
              <a:t>  /  </a:t>
            </a:r>
            <a:r>
              <a:rPr sz="1200" dirty="0" err="1"/>
              <a:t>df</a:t>
            </a:r>
            <a:r>
              <a:rPr sz="1200" dirty="0"/>
              <a:t>['col'] — </a:t>
            </a:r>
            <a:r>
              <a:rPr sz="1200" dirty="0" err="1"/>
              <a:t>컬럼</a:t>
            </a:r>
            <a:r>
              <a:rPr sz="1200" dirty="0"/>
              <a:t> </a:t>
            </a:r>
            <a:r>
              <a:rPr sz="1200" dirty="0" err="1"/>
              <a:t>선택</a:t>
            </a:r>
            <a:endParaRPr sz="12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df</a:t>
            </a:r>
            <a:r>
              <a:rPr sz="1200" dirty="0"/>
              <a:t>['col'].</a:t>
            </a:r>
            <a:r>
              <a:rPr sz="1200" dirty="0" err="1"/>
              <a:t>value_counts</a:t>
            </a:r>
            <a:r>
              <a:rPr sz="1200" dirty="0"/>
              <a:t>() — </a:t>
            </a:r>
            <a:r>
              <a:rPr sz="1200" dirty="0" err="1"/>
              <a:t>카테고리</a:t>
            </a:r>
            <a:r>
              <a:rPr sz="1200" dirty="0"/>
              <a:t> </a:t>
            </a:r>
            <a:r>
              <a:rPr sz="1200" dirty="0" err="1"/>
              <a:t>개수</a:t>
            </a:r>
            <a:endParaRPr sz="12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df.to_csv</a:t>
            </a:r>
            <a:r>
              <a:rPr sz="1200" dirty="0"/>
              <a:t>(), </a:t>
            </a:r>
            <a:r>
              <a:rPr sz="1200" dirty="0" err="1"/>
              <a:t>pd.read_csv</a:t>
            </a:r>
            <a:r>
              <a:rPr sz="1200" dirty="0"/>
              <a:t>(), </a:t>
            </a:r>
            <a:r>
              <a:rPr sz="1200" dirty="0" err="1"/>
              <a:t>pd.read_excel</a:t>
            </a:r>
            <a:r>
              <a:rPr sz="1200" dirty="0"/>
              <a:t>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25880"/>
            <a:ext cx="4023360" cy="33832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37760" y="1417320"/>
            <a:ext cx="3611879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FFCC66"/>
                </a:solidFill>
                <a:latin typeface="Calibri"/>
              </a:defRPr>
            </a:pPr>
            <a:r>
              <a:rPr dirty="0" err="1"/>
              <a:t>예시</a:t>
            </a:r>
            <a:r>
              <a:rPr dirty="0"/>
              <a:t> </a:t>
            </a:r>
            <a:r>
              <a:rPr dirty="0" err="1"/>
              <a:t>코드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800600" y="1737360"/>
            <a:ext cx="3749039" cy="2926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import pandas as pd</a:t>
            </a:r>
            <a:br/>
            <a:br/>
            <a:r>
              <a:t>df = pd.read_excel('skin_irritation.xlsx',</a:t>
            </a:r>
            <a:br/>
            <a:r>
              <a:t>                   sheet_name=2)</a:t>
            </a:r>
            <a:br/>
            <a:r>
              <a:t>df.shape          # (2058, 25)</a:t>
            </a:r>
            <a:br/>
            <a:r>
              <a:t>df.columns        # 컬럼 목록</a:t>
            </a:r>
            <a:br/>
            <a:r>
              <a:t>df.head()         # 위 5줄</a:t>
            </a:r>
            <a:br/>
            <a:br/>
            <a:r>
              <a:t>df['Mixture'].value_counts()</a:t>
            </a:r>
            <a:br/>
            <a:r>
              <a:t># Mixture     1799</a:t>
            </a:r>
            <a:br/>
            <a:r>
              <a:t># Chemical     259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4/24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w2-2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데이터셋 확인 + Subsetting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ko-KR" altLang="en-US" dirty="0"/>
              <a:t>데이터 개수 변화</a:t>
            </a:r>
            <a:r>
              <a:rPr lang="en-US" altLang="ko-KR" dirty="0"/>
              <a:t>: </a:t>
            </a:r>
            <a:r>
              <a:rPr dirty="0"/>
              <a:t>2058 → 180 → 90 — </a:t>
            </a:r>
            <a:r>
              <a:rPr dirty="0" err="1"/>
              <a:t>조건으로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좁혀가기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8229600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0">
                <a:solidFill>
                  <a:srgbClr val="1F3A68"/>
                </a:solidFill>
                <a:latin typeface="Malgun Gothic"/>
              </a:defRPr>
            </a:pPr>
            <a:r>
              <a:rPr dirty="0" err="1"/>
              <a:t>엑셀에서</a:t>
            </a:r>
            <a:r>
              <a:rPr dirty="0"/>
              <a:t> </a:t>
            </a:r>
            <a:r>
              <a:rPr dirty="0" err="1"/>
              <a:t>필터로</a:t>
            </a:r>
            <a:r>
              <a:rPr dirty="0"/>
              <a:t> </a:t>
            </a:r>
            <a:r>
              <a:rPr dirty="0" err="1"/>
              <a:t>행을</a:t>
            </a:r>
            <a:r>
              <a:rPr dirty="0"/>
              <a:t> </a:t>
            </a:r>
            <a:r>
              <a:rPr dirty="0" err="1"/>
              <a:t>고르는</a:t>
            </a:r>
            <a:r>
              <a:rPr dirty="0"/>
              <a:t> </a:t>
            </a:r>
            <a:r>
              <a:rPr dirty="0" err="1"/>
              <a:t>일을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lang="en-US" dirty="0"/>
              <a:t>(Boolean indexing, </a:t>
            </a:r>
            <a:r>
              <a:rPr dirty="0" err="1"/>
              <a:t>인덱싱</a:t>
            </a:r>
            <a:r>
              <a:rPr lang="en-US" dirty="0"/>
              <a:t>)</a:t>
            </a:r>
            <a:r>
              <a:rPr dirty="0"/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656119"/>
              </p:ext>
            </p:extLst>
          </p:nvPr>
        </p:nvGraphicFramePr>
        <p:xfrm>
          <a:off x="502920" y="1645920"/>
          <a:ext cx="8183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600" dirty="0" err="1"/>
                        <a:t>단계</a:t>
                      </a:r>
                      <a:endParaRPr sz="1600" dirty="0"/>
                    </a:p>
                  </a:txBody>
                  <a:tcPr marL="54864" marR="54864" marT="36576" marB="36576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600"/>
                        <a:t>필터 조건</a:t>
                      </a:r>
                    </a:p>
                  </a:txBody>
                  <a:tcPr marL="54864" marR="54864" marT="36576" marB="36576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600"/>
                        <a:t>남은 row</a:t>
                      </a:r>
                    </a:p>
                  </a:txBody>
                  <a:tcPr marL="54864" marR="54864" marT="36576" marB="36576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원본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skin_irritation.xlsx (sheet 2)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2,058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1. Mixture==Chemical</a:t>
                      </a:r>
                    </a:p>
                  </a:txBody>
                  <a:tcPr marL="54864" marR="54864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혼합물 제거, 단일 화합물만</a:t>
                      </a:r>
                    </a:p>
                  </a:txBody>
                  <a:tcPr marL="54864" marR="54864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259</a:t>
                      </a:r>
                    </a:p>
                  </a:txBody>
                  <a:tcPr marL="54864" marR="54864" marT="36576" marB="36576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2. + Species==Human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사람 데이터로 한정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180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3. Endpoint 분리</a:t>
                      </a:r>
                    </a:p>
                  </a:txBody>
                  <a:tcPr marL="54864" marR="54864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/>
                        <a:t>Qualitative classification / Positive reaction</a:t>
                      </a:r>
                    </a:p>
                  </a:txBody>
                  <a:tcPr marL="54864" marR="54864" marT="36576" marB="36576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 dirty="0"/>
                        <a:t>90 / 90</a:t>
                      </a:r>
                    </a:p>
                  </a:txBody>
                  <a:tcPr marL="54864" marR="54864" marT="36576" marB="36576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657600"/>
            <a:ext cx="8183879" cy="1097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7909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t>💡 핵심 패턴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790956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Consolas"/>
              </a:defRPr>
            </a:pPr>
            <a:r>
              <a:rPr sz="1400" dirty="0" err="1"/>
              <a:t>df</a:t>
            </a:r>
            <a:r>
              <a:rPr sz="1400" dirty="0"/>
              <a:t>[(</a:t>
            </a:r>
            <a:r>
              <a:rPr sz="1400" dirty="0" err="1"/>
              <a:t>df</a:t>
            </a:r>
            <a:r>
              <a:rPr sz="1400" dirty="0"/>
              <a:t>['Mixture']=='Chemical') &amp; (</a:t>
            </a:r>
            <a:r>
              <a:rPr sz="1400" dirty="0" err="1"/>
              <a:t>df</a:t>
            </a:r>
            <a:r>
              <a:rPr sz="1400" dirty="0"/>
              <a:t>['Species']=='Human')]</a:t>
            </a:r>
            <a:br>
              <a:rPr sz="1400" dirty="0"/>
            </a:br>
            <a:r>
              <a:rPr sz="1400" dirty="0"/>
              <a:t>→ </a:t>
            </a:r>
            <a:r>
              <a:rPr sz="1400" dirty="0" err="1"/>
              <a:t>조건은</a:t>
            </a:r>
            <a:r>
              <a:rPr sz="1400" dirty="0"/>
              <a:t> ()로 </a:t>
            </a:r>
            <a:r>
              <a:rPr sz="1400" dirty="0" err="1"/>
              <a:t>묶고</a:t>
            </a:r>
            <a:r>
              <a:rPr sz="1400" dirty="0"/>
              <a:t>, </a:t>
            </a:r>
            <a:r>
              <a:rPr sz="1400" dirty="0" err="1"/>
              <a:t>AND는</a:t>
            </a:r>
            <a:r>
              <a:rPr sz="1400" dirty="0"/>
              <a:t> &amp;, </a:t>
            </a:r>
            <a:r>
              <a:rPr sz="1400" dirty="0" err="1"/>
              <a:t>OR는</a:t>
            </a:r>
            <a:r>
              <a:rPr sz="1400" dirty="0"/>
              <a:t> |. 한 </a:t>
            </a:r>
            <a:r>
              <a:rPr sz="1400" dirty="0" err="1"/>
              <a:t>번에</a:t>
            </a:r>
            <a:r>
              <a:rPr sz="1400" dirty="0"/>
              <a:t> </a:t>
            </a:r>
            <a:r>
              <a:rPr sz="1400" dirty="0" err="1"/>
              <a:t>다중</a:t>
            </a:r>
            <a:r>
              <a:rPr sz="1400" dirty="0"/>
              <a:t> </a:t>
            </a:r>
            <a:r>
              <a:rPr sz="1400" dirty="0" err="1"/>
              <a:t>필터</a:t>
            </a:r>
            <a:r>
              <a:rPr sz="1400"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5/24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7B3A24-E2A7-ADDE-C1F0-811BA3920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18" y="0"/>
            <a:ext cx="73669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41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en-US" dirty="0"/>
              <a:t>Key idea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lang="en-US"/>
              <a:t>Binary Label </a:t>
            </a:r>
            <a:r>
              <a:rPr lang="ko-KR" altLang="en-US"/>
              <a:t>정의</a:t>
            </a:r>
            <a:r>
              <a:rPr lang="en-US" altLang="ko-KR"/>
              <a:t>: 4-</a:t>
            </a:r>
            <a:r>
              <a:rPr lang="en-US"/>
              <a:t>h Human Patch Test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en-US"/>
              <a:t>NIEHS ICE — Positive Reaction · Qualitative Classification </a:t>
            </a:r>
            <a:r>
              <a:rPr lang="ko-KR" altLang="en-US"/>
              <a:t>두 컬럼을 통합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en-US" sz="1400"/>
              <a:t>① Source</a:t>
            </a:r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ICE 4-h Human
Patch Test </a:t>
            </a:r>
            <a:r>
              <a:rPr lang="ko-KR" altLang="en-US"/>
              <a:t>자료</a:t>
            </a:r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2029968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19456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79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ko-KR" altLang="en-US" sz="1400"/>
              <a:t>② </a:t>
            </a:r>
            <a:r>
              <a:rPr lang="en-US" altLang="ko-KR" sz="1400"/>
              <a:t>2</a:t>
            </a:r>
            <a:r>
              <a:rPr lang="ko-KR" altLang="en-US" sz="1400"/>
              <a:t>개 컬럼</a:t>
            </a:r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2240279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Positive Reaction
+ Qualitative Class.</a:t>
            </a:r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3721607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8620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ko-KR" altLang="en-US" sz="1400"/>
              <a:t>③ 규칙 적용</a:t>
            </a:r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3931920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lang="ko-KR" altLang="en-US"/>
              <a:t>각 컬럼별
</a:t>
            </a:r>
            <a:r>
              <a:rPr lang="en-US" altLang="ko-KR"/>
              <a:t>binary </a:t>
            </a:r>
            <a:r>
              <a:rPr lang="ko-KR" altLang="en-US"/>
              <a:t>규칙 매핑</a:t>
            </a:r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5413248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59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ko-KR" altLang="en-US" sz="1400"/>
              <a:t>④ 라벨 부여</a:t>
            </a:r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5623559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0 = negative
1 = positive</a:t>
            </a:r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7104888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69479" y="1417320"/>
            <a:ext cx="1508760" cy="10972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199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 lang="ko-KR" altLang="en-US" sz="1400"/>
              <a:t>⑤ 분리 저장</a:t>
            </a:r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7315199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df_react · df_class
</a:t>
            </a:r>
            <a:r>
              <a:rPr lang="ko-KR" altLang="en-US"/>
              <a:t>로 분리 저장</a:t>
            </a:r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02920" y="2788920"/>
            <a:ext cx="4390504" cy="196596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rPr lang="en-US"/>
              <a:t>Positive Reaction (df_react)</a:t>
            </a: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799" y="3154680"/>
            <a:ext cx="4207625" cy="8448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onsolas"/>
              </a:defRPr>
            </a:pPr>
            <a:r>
              <a:rPr lang="en-US" altLang="ko-KR" sz="1050" dirty="0"/>
              <a:t>• </a:t>
            </a:r>
            <a:r>
              <a:rPr lang="ko-KR" altLang="en-US" sz="1050" dirty="0"/>
              <a:t>값이 </a:t>
            </a:r>
            <a:r>
              <a:rPr lang="en-US" altLang="ko-KR" sz="1050" dirty="0"/>
              <a:t>'0'  →  </a:t>
            </a:r>
            <a:r>
              <a:rPr lang="en-US" sz="1050" dirty="0"/>
              <a:t>label = 0 (negative)
• </a:t>
            </a:r>
            <a:r>
              <a:rPr lang="ko-KR" altLang="en-US" sz="1050" dirty="0"/>
              <a:t>그 외 모든 값  →  </a:t>
            </a:r>
            <a:r>
              <a:rPr lang="en-US" sz="1050" dirty="0"/>
              <a:t>label = 1 (positive)
</a:t>
            </a:r>
            <a:r>
              <a:rPr lang="en-US" sz="1050" dirty="0" err="1"/>
              <a:t>df_react</a:t>
            </a:r>
            <a:r>
              <a:rPr lang="en-US" sz="1050" dirty="0"/>
              <a:t>['label'] = 0
</a:t>
            </a:r>
            <a:r>
              <a:rPr lang="en-US" sz="1050" dirty="0" err="1"/>
              <a:t>df_react.loc</a:t>
            </a:r>
            <a:r>
              <a:rPr lang="en-US" sz="1050" dirty="0"/>
              <a:t>[</a:t>
            </a:r>
            <a:r>
              <a:rPr lang="en-US" sz="1050" dirty="0" err="1"/>
              <a:t>df_react</a:t>
            </a:r>
            <a:r>
              <a:rPr lang="en-US" sz="1050" dirty="0"/>
              <a:t>['Response'] != '0', 'label'] = 1</a:t>
            </a:r>
            <a:endParaRPr sz="1050" dirty="0"/>
          </a:p>
        </p:txBody>
      </p:sp>
      <p:sp>
        <p:nvSpPr>
          <p:cNvPr id="29" name="Rounded Rectangle 28"/>
          <p:cNvSpPr/>
          <p:nvPr/>
        </p:nvSpPr>
        <p:spPr>
          <a:xfrm>
            <a:off x="5029198" y="2788920"/>
            <a:ext cx="3657601" cy="196596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64726" y="2880360"/>
            <a:ext cx="3239193" cy="2215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rPr lang="en-US"/>
              <a:t>Qualitative Classification (df_class)</a:t>
            </a: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70516" y="3154680"/>
            <a:ext cx="3333404" cy="100642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onsolas"/>
              </a:defRPr>
            </a:pPr>
            <a:r>
              <a:rPr lang="en-US" sz="1050" dirty="0"/>
              <a:t>• 'Not classified'  →  label = 0
• </a:t>
            </a:r>
            <a:r>
              <a:rPr lang="ko-KR" altLang="en-US" sz="1050" dirty="0"/>
              <a:t>그 외 모든 분류 결과  →  </a:t>
            </a:r>
            <a:r>
              <a:rPr lang="en-US" sz="1050" dirty="0"/>
              <a:t>label = 1
</a:t>
            </a:r>
            <a:r>
              <a:rPr lang="en-US" sz="1050" dirty="0" err="1"/>
              <a:t>df_class</a:t>
            </a:r>
            <a:r>
              <a:rPr lang="en-US" sz="1050" dirty="0"/>
              <a:t>['label'] = 0
</a:t>
            </a:r>
            <a:r>
              <a:rPr lang="en-US" sz="1050" dirty="0" err="1"/>
              <a:t>df_class.loc</a:t>
            </a:r>
            <a:r>
              <a:rPr lang="en-US" sz="1050" dirty="0"/>
              <a:t>[</a:t>
            </a:r>
            <a:r>
              <a:rPr lang="en-US" sz="1050" dirty="0" err="1"/>
              <a:t>df_class</a:t>
            </a:r>
            <a:r>
              <a:rPr lang="en-US" sz="1050" dirty="0"/>
              <a:t>['Response'] != 'Not classified', 'label'] = 1</a:t>
            </a:r>
            <a:endParaRPr sz="1050" dirty="0"/>
          </a:p>
        </p:txBody>
      </p:sp>
      <p:sp>
        <p:nvSpPr>
          <p:cNvPr id="32" name="TextBox 31"/>
          <p:cNvSpPr txBox="1"/>
          <p:nvPr/>
        </p:nvSpPr>
        <p:spPr>
          <a:xfrm>
            <a:off x="365760" y="4846320"/>
            <a:ext cx="4572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/>
              <a:t>Source: NIEHS ICE — Irritation/Corrosion (4-h Human Patch Test)</a:t>
            </a: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7/24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4619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w3-1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중복 제거 + 결측 처리 + Label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180 row → 81 row — 머신러닝에 쓸 수 있는 모양으로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t>Subsetting 결과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29968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19456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79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79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t>label 추가</a:t>
            </a:r>
            <a:br/>
            <a:r>
              <a:t>(0/1 binary)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21607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88620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t>label 불일치</a:t>
            </a:r>
            <a:br/>
            <a:r>
              <a:t>화합물 제거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413248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77840" y="1417320"/>
            <a:ext cx="1508760" cy="10972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59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59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t>이름 중복</a:t>
            </a:r>
            <a:br/>
            <a:r>
              <a:t>drop_duplicates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04888" y="1828800"/>
            <a:ext cx="146304" cy="274320"/>
          </a:xfrm>
          <a:prstGeom prst="rightArrow">
            <a:avLst/>
          </a:prstGeom>
          <a:solidFill>
            <a:srgbClr val="556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69479" y="1417320"/>
            <a:ext cx="1508760" cy="10972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199" y="1508760"/>
            <a:ext cx="1417319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9" y="1920240"/>
            <a:ext cx="1417319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t>SMILES 결측</a:t>
            </a:r>
            <a:br/>
            <a:r>
              <a:t>dropna 후 저장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788920"/>
            <a:ext cx="4069080" cy="196596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288036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t>Label 만들기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154680"/>
            <a:ext cx="3840480" cy="12218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onsolas"/>
              </a:defRPr>
            </a:pPr>
            <a:r>
              <a:rPr sz="1100" dirty="0" err="1"/>
              <a:t>df_class</a:t>
            </a:r>
            <a:r>
              <a:rPr sz="1100" dirty="0"/>
              <a:t>['label'] = 0</a:t>
            </a:r>
            <a:br>
              <a:rPr sz="1100" dirty="0"/>
            </a:br>
            <a:r>
              <a:rPr sz="1100" dirty="0" err="1"/>
              <a:t>df_class.loc</a:t>
            </a:r>
            <a:r>
              <a:rPr sz="1100" dirty="0"/>
              <a:t>[</a:t>
            </a:r>
            <a:r>
              <a:rPr sz="1100" dirty="0" err="1"/>
              <a:t>df_class</a:t>
            </a:r>
            <a:r>
              <a:rPr sz="1100" dirty="0"/>
              <a:t>['Response']!='Not classified', 'label'] = 1</a:t>
            </a:r>
            <a:br>
              <a:rPr sz="1100" dirty="0"/>
            </a:br>
            <a:br>
              <a:rPr sz="1100" dirty="0"/>
            </a:br>
            <a:r>
              <a:rPr sz="1100" dirty="0" err="1"/>
              <a:t>df_react</a:t>
            </a:r>
            <a:r>
              <a:rPr sz="1100" dirty="0"/>
              <a:t>['label'] = 0</a:t>
            </a:r>
            <a:br>
              <a:rPr sz="1100" dirty="0"/>
            </a:br>
            <a:r>
              <a:rPr sz="1100" dirty="0" err="1"/>
              <a:t>df_react.loc</a:t>
            </a:r>
            <a:r>
              <a:rPr sz="1100" dirty="0"/>
              <a:t>[</a:t>
            </a:r>
            <a:r>
              <a:rPr sz="1100" dirty="0" err="1"/>
              <a:t>df_react</a:t>
            </a:r>
            <a:r>
              <a:rPr sz="1100" dirty="0"/>
              <a:t>['Response']!='0', 'label'] =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788920"/>
            <a:ext cx="4023360" cy="196596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288036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t>중복/결측 제거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154680"/>
            <a:ext cx="3657600" cy="15604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900" b="0">
                <a:solidFill>
                  <a:srgbClr val="212121"/>
                </a:solidFill>
                <a:latin typeface="Consolas"/>
              </a:defRPr>
            </a:pPr>
            <a:r>
              <a:rPr sz="1100" dirty="0"/>
              <a:t># </a:t>
            </a:r>
            <a:r>
              <a:rPr sz="1100" dirty="0" err="1"/>
              <a:t>같은</a:t>
            </a:r>
            <a:r>
              <a:rPr sz="1100" dirty="0"/>
              <a:t> </a:t>
            </a:r>
            <a:r>
              <a:rPr sz="1100" dirty="0" err="1"/>
              <a:t>이름인데</a:t>
            </a:r>
            <a:r>
              <a:rPr sz="1100" dirty="0"/>
              <a:t> label </a:t>
            </a:r>
            <a:r>
              <a:rPr sz="1100" dirty="0" err="1"/>
              <a:t>충돌</a:t>
            </a:r>
            <a:r>
              <a:rPr sz="1100" dirty="0"/>
              <a:t> → </a:t>
            </a:r>
            <a:r>
              <a:rPr sz="1100" dirty="0" err="1"/>
              <a:t>제거</a:t>
            </a:r>
            <a:br>
              <a:rPr sz="1100" dirty="0"/>
            </a:br>
            <a:r>
              <a:rPr sz="1100" dirty="0" err="1"/>
              <a:t>df_filtered</a:t>
            </a:r>
            <a:r>
              <a:rPr sz="1100" dirty="0"/>
              <a:t> = </a:t>
            </a:r>
            <a:r>
              <a:rPr sz="1100" dirty="0" err="1"/>
              <a:t>df_total.groupby</a:t>
            </a:r>
            <a:r>
              <a:rPr sz="1100" dirty="0"/>
              <a:t>('</a:t>
            </a:r>
            <a:r>
              <a:rPr sz="1100" dirty="0" err="1"/>
              <a:t>Chemical_Name</a:t>
            </a:r>
            <a:r>
              <a:rPr sz="1100" dirty="0"/>
              <a:t>')\</a:t>
            </a:r>
            <a:br>
              <a:rPr sz="1100" dirty="0"/>
            </a:br>
            <a:r>
              <a:rPr sz="1100" dirty="0"/>
              <a:t>    .filter(lambda x: x['label'].</a:t>
            </a:r>
            <a:r>
              <a:rPr sz="1100" dirty="0" err="1"/>
              <a:t>nunique</a:t>
            </a:r>
            <a:r>
              <a:rPr sz="1100" dirty="0"/>
              <a:t>()==1)</a:t>
            </a:r>
            <a:br>
              <a:rPr sz="1100" dirty="0"/>
            </a:br>
            <a:br>
              <a:rPr sz="1100" dirty="0"/>
            </a:br>
            <a:r>
              <a:rPr sz="1100" dirty="0"/>
              <a:t># </a:t>
            </a:r>
            <a:r>
              <a:rPr sz="1100" dirty="0" err="1"/>
              <a:t>이름</a:t>
            </a:r>
            <a:r>
              <a:rPr sz="1100" dirty="0"/>
              <a:t> </a:t>
            </a:r>
            <a:r>
              <a:rPr sz="1100" dirty="0" err="1"/>
              <a:t>중복</a:t>
            </a:r>
            <a:r>
              <a:rPr sz="1100" dirty="0"/>
              <a:t> </a:t>
            </a:r>
            <a:r>
              <a:rPr sz="1100" dirty="0" err="1"/>
              <a:t>제거</a:t>
            </a:r>
            <a:r>
              <a:rPr sz="1100" dirty="0"/>
              <a:t> + SMILES </a:t>
            </a:r>
            <a:r>
              <a:rPr sz="1100" dirty="0" err="1"/>
              <a:t>NaN</a:t>
            </a:r>
            <a:r>
              <a:rPr sz="1100" dirty="0"/>
              <a:t> </a:t>
            </a:r>
            <a:r>
              <a:rPr sz="1100" dirty="0" err="1"/>
              <a:t>제거</a:t>
            </a:r>
            <a:br>
              <a:rPr sz="1100" dirty="0"/>
            </a:br>
            <a:r>
              <a:rPr sz="1100" dirty="0" err="1"/>
              <a:t>df_cleaned</a:t>
            </a:r>
            <a:r>
              <a:rPr sz="1100" dirty="0"/>
              <a:t> = </a:t>
            </a:r>
            <a:r>
              <a:rPr sz="1100" dirty="0" err="1"/>
              <a:t>df_filtered.drop_duplicates</a:t>
            </a:r>
            <a:r>
              <a:rPr sz="1100" dirty="0"/>
              <a:t>(</a:t>
            </a:r>
            <a:br>
              <a:rPr sz="1100" dirty="0"/>
            </a:br>
            <a:r>
              <a:rPr sz="1100" dirty="0"/>
              <a:t>    subset='</a:t>
            </a:r>
            <a:r>
              <a:rPr sz="1100" dirty="0" err="1"/>
              <a:t>Chemical_Name</a:t>
            </a:r>
            <a:r>
              <a:rPr sz="1100" dirty="0"/>
              <a:t>')</a:t>
            </a:r>
            <a:br>
              <a:rPr sz="1100" dirty="0"/>
            </a:br>
            <a:r>
              <a:rPr sz="1100" dirty="0" err="1"/>
              <a:t>df_smi</a:t>
            </a:r>
            <a:r>
              <a:rPr sz="1100" dirty="0"/>
              <a:t> = </a:t>
            </a:r>
            <a:r>
              <a:rPr sz="1100" dirty="0" err="1"/>
              <a:t>df_cleaned.dropna</a:t>
            </a:r>
            <a:r>
              <a:rPr sz="1100" dirty="0"/>
              <a:t>(subset=['SMILES'])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6/24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w4-1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RDKit — SMILES → Mol → Descriptor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dirty="0" err="1"/>
              <a:t>화합물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머신러닝이</a:t>
            </a:r>
            <a:r>
              <a:rPr dirty="0"/>
              <a:t> </a:t>
            </a:r>
            <a:r>
              <a:rPr dirty="0" err="1"/>
              <a:t>이해할</a:t>
            </a:r>
            <a:r>
              <a:rPr dirty="0"/>
              <a:t> 수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숫자로</a:t>
            </a:r>
            <a:r>
              <a:rPr lang="en-US" dirty="0"/>
              <a:t> </a:t>
            </a:r>
            <a:r>
              <a:rPr lang="ko-KR" altLang="en-US" dirty="0"/>
              <a:t>전환하는 과정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423160" cy="10515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2240279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600"/>
              <a:t>SMILES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24027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rPr sz="1050"/>
              <a:t>'CC(O)CO'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1828800"/>
            <a:ext cx="274320" cy="274320"/>
          </a:xfrm>
          <a:prstGeom prst="rightArrow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ounded Rectangle 10"/>
          <p:cNvSpPr/>
          <p:nvPr/>
        </p:nvSpPr>
        <p:spPr>
          <a:xfrm>
            <a:off x="3291839" y="1417320"/>
            <a:ext cx="2423160" cy="10515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383279" y="1554480"/>
            <a:ext cx="2240279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600" dirty="0" err="1"/>
              <a:t>Chem.MolFromSmiles</a:t>
            </a:r>
            <a:endParaRPr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3383279" y="2011680"/>
            <a:ext cx="224027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rPr sz="1050" dirty="0"/>
              <a:t>Mol </a:t>
            </a:r>
            <a:r>
              <a:rPr sz="1050" dirty="0" err="1"/>
              <a:t>객체</a:t>
            </a:r>
            <a:endParaRPr sz="1050" dirty="0"/>
          </a:p>
        </p:txBody>
      </p:sp>
      <p:sp>
        <p:nvSpPr>
          <p:cNvPr id="14" name="Right Arrow 13"/>
          <p:cNvSpPr/>
          <p:nvPr/>
        </p:nvSpPr>
        <p:spPr>
          <a:xfrm>
            <a:off x="5760720" y="1828800"/>
            <a:ext cx="274320" cy="274320"/>
          </a:xfrm>
          <a:prstGeom prst="rightArrow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6080759" y="1417320"/>
            <a:ext cx="2423160" cy="105156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6172199" y="1554480"/>
            <a:ext cx="2240279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sz="1600"/>
              <a:t>Descriptors</a:t>
            </a:r>
            <a:br>
              <a:rPr sz="1600"/>
            </a:br>
            <a:r>
              <a:rPr sz="1600"/>
              <a:t>.CalcMolDescriptors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2083725"/>
            <a:ext cx="224027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algun Gothic"/>
              </a:defRPr>
            </a:pPr>
            <a:r>
              <a:rPr sz="1050" dirty="0"/>
              <a:t>217개 </a:t>
            </a:r>
            <a:r>
              <a:rPr sz="1050" dirty="0" err="1"/>
              <a:t>숫자</a:t>
            </a:r>
            <a:endParaRPr sz="1050" dirty="0"/>
          </a:p>
        </p:txBody>
      </p:sp>
      <p:sp>
        <p:nvSpPr>
          <p:cNvPr id="18" name="Rounded Rectangle 17"/>
          <p:cNvSpPr/>
          <p:nvPr/>
        </p:nvSpPr>
        <p:spPr>
          <a:xfrm>
            <a:off x="502920" y="2697480"/>
            <a:ext cx="4069080" cy="210312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78892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FFCC66"/>
                </a:solidFill>
                <a:latin typeface="Calibri"/>
              </a:defRPr>
            </a:pPr>
            <a:r>
              <a:t>코드 — 단일 분자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370332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t>from rdkit import Chem</a:t>
            </a:r>
            <a:br/>
            <a:r>
              <a:t>from rdkit.Chem import Descriptors</a:t>
            </a:r>
            <a:br/>
            <a:br/>
            <a:r>
              <a:t>smi = df['SMILES'][0]   # 'CC(O)CO'</a:t>
            </a:r>
            <a:br/>
            <a:r>
              <a:t>mol = Chem.MolFromSmiles(smi)</a:t>
            </a:r>
            <a:br/>
            <a:r>
              <a:t>desc = Descriptors\</a:t>
            </a:r>
            <a:br/>
            <a:r>
              <a:t>       .CalcMolDescriptors(mol)</a:t>
            </a:r>
            <a:br/>
            <a:r>
              <a:t># {'MolWt': 76.09, 'MolLogP': -0.64, ...}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697480"/>
            <a:ext cx="4023360" cy="210312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Malgun Gothic"/>
              </a:defRPr>
            </a:pPr>
            <a:r>
              <a:t>⚠ 자주 발생하는 문제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108960"/>
            <a:ext cx="3611880" cy="1128001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Mol = None: SMILES </a:t>
            </a:r>
            <a:r>
              <a:rPr sz="1400" dirty="0" err="1"/>
              <a:t>파싱</a:t>
            </a:r>
            <a:r>
              <a:rPr sz="1400" dirty="0"/>
              <a:t> </a:t>
            </a:r>
            <a:r>
              <a:rPr sz="1400" dirty="0" err="1"/>
              <a:t>실패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‘.’ </a:t>
            </a:r>
            <a:r>
              <a:rPr sz="1400" dirty="0" err="1"/>
              <a:t>포함</a:t>
            </a:r>
            <a:r>
              <a:rPr sz="1400" dirty="0"/>
              <a:t> SMILES: </a:t>
            </a:r>
            <a:r>
              <a:rPr sz="1400" dirty="0" err="1"/>
              <a:t>분자가</a:t>
            </a:r>
            <a:r>
              <a:rPr sz="1400" dirty="0"/>
              <a:t> </a:t>
            </a:r>
            <a:r>
              <a:rPr sz="1400" dirty="0" err="1"/>
              <a:t>여러</a:t>
            </a:r>
            <a:r>
              <a:rPr sz="1400" dirty="0"/>
              <a:t> 개 (염, </a:t>
            </a:r>
            <a:r>
              <a:rPr sz="1400" dirty="0" err="1"/>
              <a:t>혼합물</a:t>
            </a:r>
            <a:r>
              <a:rPr sz="1400" dirty="0"/>
              <a:t>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Descriptor </a:t>
            </a:r>
            <a:r>
              <a:rPr sz="1400" dirty="0" err="1"/>
              <a:t>일부</a:t>
            </a:r>
            <a:r>
              <a:rPr sz="1400" dirty="0"/>
              <a:t> </a:t>
            </a:r>
            <a:r>
              <a:rPr sz="1400" dirty="0" err="1"/>
              <a:t>NaN</a:t>
            </a:r>
            <a:r>
              <a:rPr sz="1400" dirty="0"/>
              <a:t>: </a:t>
            </a:r>
            <a:r>
              <a:rPr sz="1400" dirty="0" err="1"/>
              <a:t>구조</a:t>
            </a:r>
            <a:r>
              <a:rPr sz="1400" dirty="0"/>
              <a:t> </a:t>
            </a:r>
            <a:r>
              <a:rPr sz="1400" dirty="0" err="1"/>
              <a:t>불명확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→ </a:t>
            </a:r>
            <a:r>
              <a:rPr sz="1400" dirty="0" err="1"/>
              <a:t>단일</a:t>
            </a:r>
            <a:r>
              <a:rPr sz="1400" dirty="0"/>
              <a:t> </a:t>
            </a:r>
            <a:r>
              <a:rPr sz="1400" dirty="0" err="1"/>
              <a:t>분자만</a:t>
            </a:r>
            <a:r>
              <a:rPr sz="1400" dirty="0"/>
              <a:t> </a:t>
            </a:r>
            <a:r>
              <a:rPr sz="1400" dirty="0" err="1"/>
              <a:t>남기는</a:t>
            </a:r>
            <a:r>
              <a:rPr sz="1400" dirty="0"/>
              <a:t> </a:t>
            </a:r>
            <a:r>
              <a:rPr sz="1400" dirty="0" err="1"/>
              <a:t>표준화</a:t>
            </a:r>
            <a:r>
              <a:rPr sz="1400" dirty="0"/>
              <a:t> </a:t>
            </a:r>
            <a:r>
              <a:rPr sz="1400" dirty="0" err="1"/>
              <a:t>필요</a:t>
            </a:r>
            <a:r>
              <a:rPr sz="1400" dirty="0"/>
              <a:t> (w5-1)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8/24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w4-2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Descriptor + Fingerprint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81개 분자 × 217 descriptor + 2048 fingerprint 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91973"/>
              </p:ext>
            </p:extLst>
          </p:nvPr>
        </p:nvGraphicFramePr>
        <p:xfrm>
          <a:off x="502920" y="1325880"/>
          <a:ext cx="8183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endParaRPr sz="1050" dirty="0"/>
                    </a:p>
                  </a:txBody>
                  <a:tcPr marL="54864" marR="54864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 dirty="0"/>
                        <a:t>Descriptor (217개)</a:t>
                      </a:r>
                    </a:p>
                  </a:txBody>
                  <a:tcPr marL="54864" marR="54864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Fingerprint (2048 bit)</a:t>
                      </a:r>
                    </a:p>
                  </a:txBody>
                  <a:tcPr marL="54864" marR="54864" marT="27432" marB="27432" anchor="ctr"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의미</a:t>
                      </a:r>
                    </a:p>
                  </a:txBody>
                  <a:tcPr marL="54864" marR="54864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/>
                        <a:t>분자량·logP·고리·작용기 등 화학적 수치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/>
                        <a:t>부분 구조의 존재 여부 (0/1)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크기</a:t>
                      </a:r>
                    </a:p>
                  </a:txBody>
                  <a:tcPr marL="54864" marR="54864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 dirty="0"/>
                        <a:t>(81 × 217) — </a:t>
                      </a:r>
                      <a:r>
                        <a:rPr sz="1050" dirty="0" err="1"/>
                        <a:t>의미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있는</a:t>
                      </a:r>
                      <a:r>
                        <a:rPr sz="1050" dirty="0"/>
                        <a:t> numeric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/>
                        <a:t>(81 × 2048) — sparse binary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함수</a:t>
                      </a:r>
                    </a:p>
                  </a:txBody>
                  <a:tcPr marL="54864" marR="54864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/>
                        <a:t>Descriptors.CalcMolDescriptors(mol)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 dirty="0" err="1"/>
                        <a:t>AllChem.GetRDKitFPGenerator</a:t>
                      </a:r>
                      <a:r>
                        <a:rPr sz="1050" dirty="0"/>
                        <a:t>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용도</a:t>
                      </a:r>
                    </a:p>
                  </a:txBody>
                  <a:tcPr marL="54864" marR="54864" marT="27432" marB="27432"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/>
                        <a:t>Logistic Regression, SVM, 트리 등 모두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050" dirty="0" err="1"/>
                        <a:t>유사도</a:t>
                      </a:r>
                      <a:r>
                        <a:rPr sz="1050" dirty="0"/>
                        <a:t> </a:t>
                      </a:r>
                      <a:r>
                        <a:rPr sz="1050" dirty="0" err="1"/>
                        <a:t>검색</a:t>
                      </a:r>
                      <a:r>
                        <a:rPr sz="1050" dirty="0"/>
                        <a:t> / 큰 </a:t>
                      </a:r>
                      <a:r>
                        <a:rPr sz="1050" dirty="0" err="1"/>
                        <a:t>데이터</a:t>
                      </a:r>
                      <a:r>
                        <a:rPr sz="1050" dirty="0"/>
                        <a:t> ML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749039"/>
            <a:ext cx="8183879" cy="100584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822191"/>
            <a:ext cx="7909560" cy="68326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onsolas"/>
              </a:defRPr>
            </a:pPr>
            <a:r>
              <a:rPr sz="1050" dirty="0"/>
              <a:t>for index, row in </a:t>
            </a:r>
            <a:r>
              <a:rPr sz="1050" dirty="0" err="1"/>
              <a:t>df.iterrows</a:t>
            </a:r>
            <a:r>
              <a:rPr sz="1050" dirty="0"/>
              <a:t>():</a:t>
            </a:r>
            <a:br>
              <a:rPr sz="1050" dirty="0"/>
            </a:br>
            <a:r>
              <a:rPr sz="1050" dirty="0"/>
              <a:t>    mol = </a:t>
            </a:r>
            <a:r>
              <a:rPr sz="1050" dirty="0" err="1"/>
              <a:t>Chem.MolFromSmiles</a:t>
            </a:r>
            <a:r>
              <a:rPr sz="1050" dirty="0"/>
              <a:t>(row['SMILES'])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desc_total.append</a:t>
            </a:r>
            <a:r>
              <a:rPr sz="1050" dirty="0"/>
              <a:t>(</a:t>
            </a:r>
            <a:r>
              <a:rPr sz="1050" dirty="0" err="1"/>
              <a:t>Descriptors.CalcMolDescriptors</a:t>
            </a:r>
            <a:r>
              <a:rPr sz="1050" dirty="0"/>
              <a:t>(mol))   # 217개 numeric</a:t>
            </a:r>
            <a:br>
              <a:rPr sz="1050" dirty="0"/>
            </a:br>
            <a:r>
              <a:rPr sz="1050" dirty="0" err="1"/>
              <a:t>df_desc</a:t>
            </a:r>
            <a:r>
              <a:rPr sz="1050" dirty="0"/>
              <a:t> = </a:t>
            </a:r>
            <a:r>
              <a:rPr sz="1050" dirty="0" err="1"/>
              <a:t>pd.DataFrame</a:t>
            </a:r>
            <a:r>
              <a:rPr sz="1050" dirty="0"/>
              <a:t>(</a:t>
            </a:r>
            <a:r>
              <a:rPr sz="1050" dirty="0" err="1"/>
              <a:t>desc_total</a:t>
            </a:r>
            <a:r>
              <a:rPr sz="1050" dirty="0"/>
              <a:t>)   # → (81 × 217) </a:t>
            </a:r>
            <a:r>
              <a:rPr sz="1050" dirty="0" err="1"/>
              <a:t>DataFrame</a:t>
            </a:r>
            <a:endParaRPr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9/24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w5-1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SMILES 표준화 + 최종 데이터셋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81 → 39 — Descriptor 학습이 가능한 형태로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4069080" cy="140756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‘.’ </a:t>
            </a:r>
            <a:r>
              <a:rPr sz="1400" dirty="0" err="1"/>
              <a:t>포함된</a:t>
            </a:r>
            <a:r>
              <a:rPr sz="1400" dirty="0"/>
              <a:t> </a:t>
            </a:r>
            <a:r>
              <a:rPr sz="1400" dirty="0" err="1"/>
              <a:t>다중</a:t>
            </a:r>
            <a:r>
              <a:rPr sz="1400" dirty="0"/>
              <a:t> </a:t>
            </a:r>
            <a:r>
              <a:rPr sz="1400" dirty="0" err="1"/>
              <a:t>분자</a:t>
            </a:r>
            <a:r>
              <a:rPr sz="1400" dirty="0"/>
              <a:t> SMILES </a:t>
            </a:r>
            <a:r>
              <a:rPr sz="1400" dirty="0" err="1"/>
              <a:t>처리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 err="1"/>
              <a:t>RDKit</a:t>
            </a:r>
            <a:r>
              <a:rPr sz="1400" dirty="0"/>
              <a:t> </a:t>
            </a:r>
            <a:r>
              <a:rPr sz="1400" dirty="0" err="1"/>
              <a:t>SaltRemover로</a:t>
            </a:r>
            <a:r>
              <a:rPr sz="1400" dirty="0"/>
              <a:t> 염(salt) </a:t>
            </a:r>
            <a:r>
              <a:rPr sz="1400" dirty="0" err="1"/>
              <a:t>제거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 err="1"/>
              <a:t>남은</a:t>
            </a:r>
            <a:r>
              <a:rPr sz="1400" dirty="0"/>
              <a:t> </a:t>
            </a:r>
            <a:r>
              <a:rPr sz="1400" dirty="0" err="1"/>
              <a:t>단일</a:t>
            </a:r>
            <a:r>
              <a:rPr sz="1400" dirty="0"/>
              <a:t> </a:t>
            </a:r>
            <a:r>
              <a:rPr sz="1400" dirty="0" err="1"/>
              <a:t>유기</a:t>
            </a:r>
            <a:r>
              <a:rPr sz="1400" dirty="0"/>
              <a:t> </a:t>
            </a:r>
            <a:r>
              <a:rPr sz="1400" dirty="0" err="1"/>
              <a:t>분자만</a:t>
            </a:r>
            <a:r>
              <a:rPr sz="1400" dirty="0"/>
              <a:t> </a:t>
            </a:r>
            <a:r>
              <a:rPr sz="1400" dirty="0" err="1"/>
              <a:t>standardized_smi로</a:t>
            </a:r>
            <a:r>
              <a:rPr sz="1400" dirty="0"/>
              <a:t> </a:t>
            </a:r>
            <a:r>
              <a:rPr sz="1400" dirty="0" err="1"/>
              <a:t>저장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 err="1"/>
              <a:t>표준화</a:t>
            </a:r>
            <a:r>
              <a:rPr sz="1400" dirty="0"/>
              <a:t> 후 </a:t>
            </a:r>
            <a:r>
              <a:rPr sz="1400" dirty="0" err="1"/>
              <a:t>다시</a:t>
            </a:r>
            <a:r>
              <a:rPr sz="1400" dirty="0"/>
              <a:t> </a:t>
            </a:r>
            <a:r>
              <a:rPr sz="1400" dirty="0" err="1"/>
              <a:t>중복</a:t>
            </a:r>
            <a:r>
              <a:rPr sz="1400" dirty="0"/>
              <a:t> </a:t>
            </a:r>
            <a:r>
              <a:rPr sz="1400" dirty="0" err="1"/>
              <a:t>검사</a:t>
            </a:r>
            <a:r>
              <a:rPr sz="1400" dirty="0"/>
              <a:t> → 39개 unique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400" dirty="0"/>
              <a:t>Descriptor 217개 + label → 220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023360" cy="164592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최종 학습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3657600" cy="96026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algun Gothic"/>
              </a:defRPr>
            </a:pPr>
            <a:r>
              <a:rPr sz="1200" dirty="0"/>
              <a:t>skin_irritation_2Ddesc.csv</a:t>
            </a:r>
            <a:br>
              <a:rPr sz="1200" dirty="0"/>
            </a:br>
            <a:br>
              <a:rPr sz="1200" dirty="0"/>
            </a:br>
            <a:r>
              <a:rPr sz="1200" dirty="0"/>
              <a:t>shape: (39, 220)</a:t>
            </a:r>
            <a:br>
              <a:rPr sz="1200" dirty="0"/>
            </a:br>
            <a:r>
              <a:rPr sz="1200" dirty="0"/>
              <a:t>label </a:t>
            </a:r>
            <a:r>
              <a:rPr sz="1200" dirty="0" err="1"/>
              <a:t>분포</a:t>
            </a:r>
            <a:r>
              <a:rPr sz="1200" dirty="0"/>
              <a:t>: 0=22, 1=17 (≈</a:t>
            </a:r>
            <a:r>
              <a:rPr sz="1200" dirty="0" err="1"/>
              <a:t>불균형</a:t>
            </a:r>
            <a:r>
              <a:rPr sz="1200" dirty="0"/>
              <a:t> </a:t>
            </a:r>
            <a:r>
              <a:rPr sz="1200" dirty="0" err="1"/>
              <a:t>작음</a:t>
            </a:r>
            <a:r>
              <a:rPr sz="1200" dirty="0"/>
              <a:t>)</a:t>
            </a:r>
            <a:br>
              <a:rPr sz="1200" dirty="0"/>
            </a:br>
            <a:r>
              <a:rPr sz="1200" dirty="0"/>
              <a:t>→ Pipeline 2의 </a:t>
            </a:r>
            <a:r>
              <a:rPr sz="1200" dirty="0" err="1"/>
              <a:t>입력으로</a:t>
            </a:r>
            <a:r>
              <a:rPr sz="1200" dirty="0"/>
              <a:t> </a:t>
            </a:r>
            <a:r>
              <a:rPr sz="1200" dirty="0" err="1"/>
              <a:t>사용</a:t>
            </a:r>
            <a:endParaRPr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t>💡 모델 학습 직전(w9-1)에 한 번 더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29000"/>
            <a:ext cx="8183879" cy="13258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7909560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onsolas"/>
              </a:defRPr>
            </a:pPr>
            <a:r>
              <a:rPr sz="1200" dirty="0"/>
              <a:t>X = </a:t>
            </a:r>
            <a:r>
              <a:rPr sz="1200" dirty="0" err="1"/>
              <a:t>df.drop</a:t>
            </a:r>
            <a:r>
              <a:rPr sz="1200" dirty="0"/>
              <a:t>(columns=['</a:t>
            </a:r>
            <a:r>
              <a:rPr sz="1200" dirty="0" err="1"/>
              <a:t>Chemical_Name</a:t>
            </a:r>
            <a:r>
              <a:rPr sz="1200" dirty="0"/>
              <a:t>', '</a:t>
            </a:r>
            <a:r>
              <a:rPr sz="1200" dirty="0" err="1"/>
              <a:t>standardized_smi</a:t>
            </a:r>
            <a:r>
              <a:rPr sz="1200" dirty="0"/>
              <a:t>', 'label'])</a:t>
            </a:r>
            <a:br>
              <a:rPr sz="1200" dirty="0"/>
            </a:br>
            <a:r>
              <a:rPr sz="1200" dirty="0"/>
              <a:t>X = </a:t>
            </a:r>
            <a:r>
              <a:rPr sz="1200" dirty="0" err="1"/>
              <a:t>X.dropna</a:t>
            </a:r>
            <a:r>
              <a:rPr sz="1200" dirty="0"/>
              <a:t>(axis=1)              # </a:t>
            </a:r>
            <a:r>
              <a:rPr sz="1200" dirty="0" err="1"/>
              <a:t>일부</a:t>
            </a:r>
            <a:r>
              <a:rPr sz="1200" dirty="0"/>
              <a:t> </a:t>
            </a:r>
            <a:r>
              <a:rPr sz="1200" dirty="0" err="1"/>
              <a:t>분자에서</a:t>
            </a:r>
            <a:r>
              <a:rPr sz="1200" dirty="0"/>
              <a:t> </a:t>
            </a:r>
            <a:r>
              <a:rPr sz="1200" dirty="0" err="1"/>
              <a:t>계산</a:t>
            </a:r>
            <a:r>
              <a:rPr sz="1200" dirty="0"/>
              <a:t> </a:t>
            </a:r>
            <a:r>
              <a:rPr sz="1200" dirty="0" err="1"/>
              <a:t>실패한</a:t>
            </a:r>
            <a:r>
              <a:rPr sz="1200" dirty="0"/>
              <a:t> </a:t>
            </a:r>
            <a:r>
              <a:rPr sz="1200" dirty="0" err="1"/>
              <a:t>NaN</a:t>
            </a:r>
            <a:r>
              <a:rPr sz="1200" dirty="0"/>
              <a:t> </a:t>
            </a:r>
            <a:r>
              <a:rPr sz="1200" dirty="0" err="1"/>
              <a:t>컬럼</a:t>
            </a:r>
            <a:r>
              <a:rPr sz="1200" dirty="0"/>
              <a:t> </a:t>
            </a:r>
            <a:r>
              <a:rPr sz="1200" dirty="0" err="1"/>
              <a:t>제거</a:t>
            </a:r>
            <a:r>
              <a:rPr sz="1200" dirty="0"/>
              <a:t> → (39, 209)</a:t>
            </a:r>
            <a:br>
              <a:rPr sz="1200" dirty="0"/>
            </a:br>
            <a:r>
              <a:rPr sz="1200" dirty="0"/>
              <a:t>X = </a:t>
            </a:r>
            <a:r>
              <a:rPr sz="1200" dirty="0" err="1"/>
              <a:t>X.loc</a:t>
            </a:r>
            <a:r>
              <a:rPr sz="1200" dirty="0"/>
              <a:t>[:, </a:t>
            </a:r>
            <a:r>
              <a:rPr sz="1200" dirty="0" err="1"/>
              <a:t>X.std</a:t>
            </a:r>
            <a:r>
              <a:rPr sz="1200" dirty="0"/>
              <a:t>() &gt;= 0.01]     # </a:t>
            </a:r>
            <a:r>
              <a:rPr sz="1200" dirty="0" err="1"/>
              <a:t>표준편차</a:t>
            </a:r>
            <a:r>
              <a:rPr sz="1200" dirty="0"/>
              <a:t> </a:t>
            </a:r>
            <a:r>
              <a:rPr sz="1200" dirty="0" err="1"/>
              <a:t>너무</a:t>
            </a:r>
            <a:r>
              <a:rPr sz="1200" dirty="0"/>
              <a:t> </a:t>
            </a:r>
            <a:r>
              <a:rPr sz="1200" dirty="0" err="1"/>
              <a:t>작은</a:t>
            </a:r>
            <a:r>
              <a:rPr sz="1200" dirty="0"/>
              <a:t> </a:t>
            </a:r>
            <a:r>
              <a:rPr sz="1200" dirty="0" err="1"/>
              <a:t>컬럼</a:t>
            </a:r>
            <a:r>
              <a:rPr sz="1200" dirty="0"/>
              <a:t> </a:t>
            </a:r>
            <a:r>
              <a:rPr sz="1200" dirty="0" err="1"/>
              <a:t>제거</a:t>
            </a:r>
            <a:r>
              <a:rPr sz="1200" dirty="0"/>
              <a:t> → (39, 144)</a:t>
            </a:r>
            <a:br>
              <a:rPr sz="1200" dirty="0"/>
            </a:br>
            <a:r>
              <a:rPr sz="1200" dirty="0"/>
              <a:t>y = </a:t>
            </a:r>
            <a:r>
              <a:rPr sz="1200" dirty="0" err="1"/>
              <a:t>df</a:t>
            </a:r>
            <a:r>
              <a:rPr sz="1200" dirty="0"/>
              <a:t>['label']                    # 0 /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10/24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Pipeline 1 — Data Preparation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ko-KR" altLang="en-US"/>
              <a:t>플로우차트로 보는 데이터 정리 </a:t>
            </a:r>
            <a:r>
              <a:rPr lang="en-US" altLang="ko-KR"/>
              <a:t>7</a:t>
            </a:r>
            <a:r>
              <a:rPr lang="ko-KR" altLang="en-US"/>
              <a:t>단계 </a:t>
            </a:r>
            <a:r>
              <a:rPr lang="en-US" altLang="ko-KR"/>
              <a:t>(2058 → 39)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11/24</a:t>
            </a:r>
            <a:endParaRPr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1BA913A-2A37-4202-BB60-6EB3DDCE6F69}"/>
              </a:ext>
            </a:extLst>
          </p:cNvPr>
          <p:cNvSpPr/>
          <p:nvPr/>
        </p:nvSpPr>
        <p:spPr>
          <a:xfrm>
            <a:off x="508000" y="1460500"/>
            <a:ext cx="1397000" cy="635000"/>
          </a:xfrm>
          <a:prstGeom prst="roundRect">
            <a:avLst/>
          </a:prstGeom>
          <a:solidFill>
            <a:srgbClr val="1F4E7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skin_irritation
.xlsx
(2058 </a:t>
            </a:r>
            <a:r>
              <a:rPr lang="ko-KR" altLang="en-US" sz="1000" b="1">
                <a:solidFill>
                  <a:srgbClr val="FFFFFF"/>
                </a:solidFill>
              </a:rPr>
              <a:t>행</a:t>
            </a:r>
            <a:r>
              <a:rPr lang="en-US" altLang="ko-KR" sz="1000" b="1">
                <a:solidFill>
                  <a:srgbClr val="FFFFFF"/>
                </a:solidFill>
              </a:rPr>
              <a:t>)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7D74A7E7-DBC5-4D1B-8B59-AE1A109F4D9E}"/>
              </a:ext>
            </a:extLst>
          </p:cNvPr>
          <p:cNvSpPr/>
          <p:nvPr/>
        </p:nvSpPr>
        <p:spPr>
          <a:xfrm>
            <a:off x="1905000" y="16891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E73C8C9-7FDE-4168-BF64-ACB1159C6480}"/>
              </a:ext>
            </a:extLst>
          </p:cNvPr>
          <p:cNvSpPr/>
          <p:nvPr/>
        </p:nvSpPr>
        <p:spPr>
          <a:xfrm>
            <a:off x="2133600" y="1460500"/>
            <a:ext cx="1397000" cy="6350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Subsetting
Mixture+Species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D6F8E4DA-B029-49A0-9AC7-71CB328E65D4}"/>
              </a:ext>
            </a:extLst>
          </p:cNvPr>
          <p:cNvSpPr/>
          <p:nvPr/>
        </p:nvSpPr>
        <p:spPr>
          <a:xfrm>
            <a:off x="3530600" y="16891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65B0271-DE57-44CF-A16E-19DD30EA526C}"/>
              </a:ext>
            </a:extLst>
          </p:cNvPr>
          <p:cNvSpPr/>
          <p:nvPr/>
        </p:nvSpPr>
        <p:spPr>
          <a:xfrm>
            <a:off x="3759200" y="1460500"/>
            <a:ext cx="1397000" cy="635000"/>
          </a:xfrm>
          <a:prstGeom prst="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Label </a:t>
            </a:r>
            <a:r>
              <a:rPr lang="ko-KR" altLang="en-US" sz="1000" b="1">
                <a:solidFill>
                  <a:srgbClr val="FFFFFF"/>
                </a:solidFill>
              </a:rPr>
              <a:t>생성
</a:t>
            </a:r>
            <a:r>
              <a:rPr lang="en-US" altLang="ko-KR" sz="1000" b="1">
                <a:solidFill>
                  <a:srgbClr val="FFFFFF"/>
                </a:solidFill>
              </a:rPr>
              <a:t>(0/1 binary)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46191509-923C-4996-9319-4CFE83ECE3ED}"/>
              </a:ext>
            </a:extLst>
          </p:cNvPr>
          <p:cNvSpPr/>
          <p:nvPr/>
        </p:nvSpPr>
        <p:spPr>
          <a:xfrm>
            <a:off x="5156200" y="16891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AFEF04F8-76FE-479F-844B-189BFF864FE9}"/>
              </a:ext>
            </a:extLst>
          </p:cNvPr>
          <p:cNvSpPr/>
          <p:nvPr/>
        </p:nvSpPr>
        <p:spPr>
          <a:xfrm>
            <a:off x="5384800" y="1460500"/>
            <a:ext cx="1397000" cy="635000"/>
          </a:xfrm>
          <a:prstGeom prst="roundRect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1A1A1A"/>
                </a:solidFill>
              </a:rPr>
              <a:t>label </a:t>
            </a:r>
            <a:r>
              <a:rPr lang="ko-KR" altLang="en-US" sz="1000" b="1">
                <a:solidFill>
                  <a:srgbClr val="1A1A1A"/>
                </a:solidFill>
              </a:rPr>
              <a:t>충돌
화합물 제거</a:t>
            </a:r>
          </a:p>
        </p:txBody>
      </p:sp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9FAA1495-C2F8-4F06-A688-8CA1A074EC11}"/>
              </a:ext>
            </a:extLst>
          </p:cNvPr>
          <p:cNvSpPr/>
          <p:nvPr/>
        </p:nvSpPr>
        <p:spPr>
          <a:xfrm>
            <a:off x="6781800" y="16891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A88E54E-D9A3-4350-A82F-413B57C1AFC0}"/>
              </a:ext>
            </a:extLst>
          </p:cNvPr>
          <p:cNvSpPr/>
          <p:nvPr/>
        </p:nvSpPr>
        <p:spPr>
          <a:xfrm>
            <a:off x="7010400" y="1460500"/>
            <a:ext cx="1397000" cy="6350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SMILES </a:t>
            </a:r>
            <a:r>
              <a:rPr lang="ko-KR" altLang="en-US" sz="1000" b="1">
                <a:solidFill>
                  <a:srgbClr val="FFFFFF"/>
                </a:solidFill>
              </a:rPr>
              <a:t>결측
</a:t>
            </a:r>
            <a:r>
              <a:rPr lang="en-US" altLang="ko-KR" sz="1000" b="1">
                <a:solidFill>
                  <a:srgbClr val="FFFFFF"/>
                </a:solidFill>
              </a:rPr>
              <a:t>dropna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55" name="화살표: 아래쪽 54">
            <a:extLst>
              <a:ext uri="{FF2B5EF4-FFF2-40B4-BE49-F238E27FC236}">
                <a16:creationId xmlns:a16="http://schemas.microsoft.com/office/drawing/2014/main" id="{E8F0106C-4808-481A-9E77-23071A737E08}"/>
              </a:ext>
            </a:extLst>
          </p:cNvPr>
          <p:cNvSpPr/>
          <p:nvPr/>
        </p:nvSpPr>
        <p:spPr>
          <a:xfrm>
            <a:off x="7594600" y="2197100"/>
            <a:ext cx="228600" cy="304800"/>
          </a:xfrm>
          <a:prstGeom prst="down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BEA4FA0-02C1-4862-8F77-53039F8456D6}"/>
              </a:ext>
            </a:extLst>
          </p:cNvPr>
          <p:cNvSpPr/>
          <p:nvPr/>
        </p:nvSpPr>
        <p:spPr>
          <a:xfrm>
            <a:off x="7010400" y="2730500"/>
            <a:ext cx="1397000" cy="635000"/>
          </a:xfrm>
          <a:prstGeom prst="roundRect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1A1A1A"/>
                </a:solidFill>
              </a:rPr>
              <a:t>salt </a:t>
            </a:r>
            <a:r>
              <a:rPr lang="ko-KR" altLang="en-US" sz="1000" b="1">
                <a:solidFill>
                  <a:srgbClr val="1A1A1A"/>
                </a:solidFill>
              </a:rPr>
              <a:t>제거
</a:t>
            </a:r>
            <a:r>
              <a:rPr lang="en-US" altLang="ko-KR" sz="1000" b="1">
                <a:solidFill>
                  <a:srgbClr val="1A1A1A"/>
                </a:solidFill>
              </a:rPr>
              <a:t>(SMILES cleaning)</a:t>
            </a:r>
            <a:endParaRPr lang="ko-KR" altLang="en-US" sz="1000" b="1">
              <a:solidFill>
                <a:srgbClr val="1A1A1A"/>
              </a:solidFill>
            </a:endParaRPr>
          </a:p>
        </p:txBody>
      </p:sp>
      <p:sp>
        <p:nvSpPr>
          <p:cNvPr id="58" name="화살표: 왼쪽 57">
            <a:extLst>
              <a:ext uri="{FF2B5EF4-FFF2-40B4-BE49-F238E27FC236}">
                <a16:creationId xmlns:a16="http://schemas.microsoft.com/office/drawing/2014/main" id="{E410C9CA-D150-459A-A322-A8F2E95A5187}"/>
              </a:ext>
            </a:extLst>
          </p:cNvPr>
          <p:cNvSpPr/>
          <p:nvPr/>
        </p:nvSpPr>
        <p:spPr>
          <a:xfrm>
            <a:off x="6781800" y="2959100"/>
            <a:ext cx="228600" cy="177800"/>
          </a:xfrm>
          <a:prstGeom prst="lef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8468391F-ABE6-4ED3-AA25-EEA13AB40EFA}"/>
              </a:ext>
            </a:extLst>
          </p:cNvPr>
          <p:cNvSpPr/>
          <p:nvPr/>
        </p:nvSpPr>
        <p:spPr>
          <a:xfrm>
            <a:off x="5384800" y="2730500"/>
            <a:ext cx="1397000" cy="6350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drop_duplicates
(</a:t>
            </a:r>
            <a:r>
              <a:rPr lang="ko-KR" altLang="en-US" sz="1000" b="1">
                <a:solidFill>
                  <a:srgbClr val="FFFFFF"/>
                </a:solidFill>
              </a:rPr>
              <a:t>이름 중복</a:t>
            </a:r>
            <a:r>
              <a:rPr lang="en-US" altLang="ko-KR" sz="1000" b="1">
                <a:solidFill>
                  <a:srgbClr val="FFFFFF"/>
                </a:solidFill>
              </a:rPr>
              <a:t>)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61" name="화살표: 왼쪽 60">
            <a:extLst>
              <a:ext uri="{FF2B5EF4-FFF2-40B4-BE49-F238E27FC236}">
                <a16:creationId xmlns:a16="http://schemas.microsoft.com/office/drawing/2014/main" id="{83EC3D39-91F2-4359-BEDB-B2640C5E27FA}"/>
              </a:ext>
            </a:extLst>
          </p:cNvPr>
          <p:cNvSpPr/>
          <p:nvPr/>
        </p:nvSpPr>
        <p:spPr>
          <a:xfrm>
            <a:off x="5156200" y="2959100"/>
            <a:ext cx="228600" cy="177800"/>
          </a:xfrm>
          <a:prstGeom prst="lef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799C2688-0AEC-4813-8396-7C9051AA021F}"/>
              </a:ext>
            </a:extLst>
          </p:cNvPr>
          <p:cNvSpPr/>
          <p:nvPr/>
        </p:nvSpPr>
        <p:spPr>
          <a:xfrm>
            <a:off x="3759200" y="2730500"/>
            <a:ext cx="1397000" cy="6350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RDKit
SMILES → Mol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64" name="화살표: 왼쪽 63">
            <a:extLst>
              <a:ext uri="{FF2B5EF4-FFF2-40B4-BE49-F238E27FC236}">
                <a16:creationId xmlns:a16="http://schemas.microsoft.com/office/drawing/2014/main" id="{78F6D27D-B97F-46F9-A95B-0E503AAB9B1F}"/>
              </a:ext>
            </a:extLst>
          </p:cNvPr>
          <p:cNvSpPr/>
          <p:nvPr/>
        </p:nvSpPr>
        <p:spPr>
          <a:xfrm>
            <a:off x="3530600" y="2959100"/>
            <a:ext cx="228600" cy="177800"/>
          </a:xfrm>
          <a:prstGeom prst="lef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3FEC7269-517F-4E45-9E24-12296B8FE58A}"/>
              </a:ext>
            </a:extLst>
          </p:cNvPr>
          <p:cNvSpPr/>
          <p:nvPr/>
        </p:nvSpPr>
        <p:spPr>
          <a:xfrm>
            <a:off x="2133600" y="2730500"/>
            <a:ext cx="1397000" cy="6350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Descriptor
</a:t>
            </a:r>
            <a:r>
              <a:rPr lang="ko-KR" altLang="en-US" sz="1000" b="1">
                <a:solidFill>
                  <a:srgbClr val="FFFFFF"/>
                </a:solidFill>
              </a:rPr>
              <a:t>계산 </a:t>
            </a:r>
            <a:r>
              <a:rPr lang="en-US" altLang="ko-KR" sz="1000" b="1">
                <a:solidFill>
                  <a:srgbClr val="FFFFFF"/>
                </a:solidFill>
              </a:rPr>
              <a:t>(217</a:t>
            </a:r>
            <a:r>
              <a:rPr lang="ko-KR" altLang="en-US" sz="1000" b="1">
                <a:solidFill>
                  <a:srgbClr val="FFFFFF"/>
                </a:solidFill>
              </a:rPr>
              <a:t>개</a:t>
            </a:r>
            <a:r>
              <a:rPr lang="en-US" altLang="ko-KR" sz="1000" b="1">
                <a:solidFill>
                  <a:srgbClr val="FFFFFF"/>
                </a:solidFill>
              </a:rPr>
              <a:t>)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67" name="화살표: 왼쪽 66">
            <a:extLst>
              <a:ext uri="{FF2B5EF4-FFF2-40B4-BE49-F238E27FC236}">
                <a16:creationId xmlns:a16="http://schemas.microsoft.com/office/drawing/2014/main" id="{2FD5DE78-84E3-4F10-9799-533B493BE923}"/>
              </a:ext>
            </a:extLst>
          </p:cNvPr>
          <p:cNvSpPr/>
          <p:nvPr/>
        </p:nvSpPr>
        <p:spPr>
          <a:xfrm>
            <a:off x="1905000" y="2959100"/>
            <a:ext cx="228600" cy="177800"/>
          </a:xfrm>
          <a:prstGeom prst="lef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9528FACB-10AC-4D7A-AB43-D935A8665FC3}"/>
              </a:ext>
            </a:extLst>
          </p:cNvPr>
          <p:cNvSpPr/>
          <p:nvPr/>
        </p:nvSpPr>
        <p:spPr>
          <a:xfrm>
            <a:off x="508000" y="2730500"/>
            <a:ext cx="1397000" cy="635000"/>
          </a:xfrm>
          <a:prstGeom prst="roundRect">
            <a:avLst/>
          </a:prstGeom>
          <a:solidFill>
            <a:srgbClr val="70AD4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1A1A1A"/>
                </a:solidFill>
              </a:rPr>
              <a:t>39</a:t>
            </a:r>
            <a:r>
              <a:rPr lang="ko-KR" altLang="en-US" sz="1000" b="1">
                <a:solidFill>
                  <a:srgbClr val="1A1A1A"/>
                </a:solidFill>
              </a:rPr>
              <a:t>개 </a:t>
            </a:r>
            <a:r>
              <a:rPr lang="en-US" altLang="ko-KR" sz="1000" b="1">
                <a:solidFill>
                  <a:srgbClr val="1A1A1A"/>
                </a:solidFill>
              </a:rPr>
              <a:t>unique
</a:t>
            </a:r>
            <a:r>
              <a:rPr lang="ko-KR" altLang="en-US" sz="1000" b="1">
                <a:solidFill>
                  <a:srgbClr val="1A1A1A"/>
                </a:solidFill>
              </a:rPr>
              <a:t>분자</a:t>
            </a:r>
          </a:p>
        </p:txBody>
      </p:sp>
      <p:sp>
        <p:nvSpPr>
          <p:cNvPr id="70" name="화살표: 아래쪽 69">
            <a:extLst>
              <a:ext uri="{FF2B5EF4-FFF2-40B4-BE49-F238E27FC236}">
                <a16:creationId xmlns:a16="http://schemas.microsoft.com/office/drawing/2014/main" id="{42EA6B00-D4B0-428A-8071-2C5CFD8BD89D}"/>
              </a:ext>
            </a:extLst>
          </p:cNvPr>
          <p:cNvSpPr/>
          <p:nvPr/>
        </p:nvSpPr>
        <p:spPr>
          <a:xfrm>
            <a:off x="1092200" y="3467100"/>
            <a:ext cx="228600" cy="304800"/>
          </a:xfrm>
          <a:prstGeom prst="down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8CF1F5-87D3-461C-95CD-87919A8B06C6}"/>
              </a:ext>
            </a:extLst>
          </p:cNvPr>
          <p:cNvSpPr/>
          <p:nvPr/>
        </p:nvSpPr>
        <p:spPr>
          <a:xfrm>
            <a:off x="508000" y="4000500"/>
            <a:ext cx="1651000" cy="635000"/>
          </a:xfrm>
          <a:prstGeom prst="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 dirty="0">
                <a:solidFill>
                  <a:srgbClr val="FFFFFF"/>
                </a:solidFill>
              </a:rPr>
              <a:t>Descriptor 217
+ (chemical name, smiles, label) = 220</a:t>
            </a:r>
            <a:endParaRPr lang="ko-KR" altLang="en-US" sz="1000" b="1" dirty="0">
              <a:solidFill>
                <a:srgbClr val="FFFFFF"/>
              </a:solidFill>
            </a:endParaRPr>
          </a:p>
        </p:txBody>
      </p:sp>
      <p:sp>
        <p:nvSpPr>
          <p:cNvPr id="73" name="화살표: 오른쪽 72">
            <a:extLst>
              <a:ext uri="{FF2B5EF4-FFF2-40B4-BE49-F238E27FC236}">
                <a16:creationId xmlns:a16="http://schemas.microsoft.com/office/drawing/2014/main" id="{7BE3B243-7CC4-4463-8CD4-C83DAB245863}"/>
              </a:ext>
            </a:extLst>
          </p:cNvPr>
          <p:cNvSpPr/>
          <p:nvPr/>
        </p:nvSpPr>
        <p:spPr>
          <a:xfrm>
            <a:off x="2159000" y="4229100"/>
            <a:ext cx="2794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0F4B35A-2700-4F10-99D6-BF77A60FA475}"/>
              </a:ext>
            </a:extLst>
          </p:cNvPr>
          <p:cNvSpPr/>
          <p:nvPr/>
        </p:nvSpPr>
        <p:spPr>
          <a:xfrm>
            <a:off x="2438400" y="4000500"/>
            <a:ext cx="1651000" cy="635000"/>
          </a:xfrm>
          <a:prstGeom prst="roundRect">
            <a:avLst/>
          </a:prstGeom>
          <a:solidFill>
            <a:srgbClr val="7030A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skin_irritation
_2Ddesc.csv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379D6251-1396-4109-8ECB-994A8303676C}"/>
              </a:ext>
            </a:extLst>
          </p:cNvPr>
          <p:cNvSpPr/>
          <p:nvPr/>
        </p:nvSpPr>
        <p:spPr>
          <a:xfrm>
            <a:off x="4089400" y="4229100"/>
            <a:ext cx="2794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5C15323-7CAF-4545-8BEE-A51CB57D18FD}"/>
              </a:ext>
            </a:extLst>
          </p:cNvPr>
          <p:cNvSpPr/>
          <p:nvPr/>
        </p:nvSpPr>
        <p:spPr>
          <a:xfrm>
            <a:off x="4368800" y="4000500"/>
            <a:ext cx="1651000" cy="635000"/>
          </a:xfrm>
          <a:prstGeom prst="roundRect">
            <a:avLst/>
          </a:prstGeom>
          <a:solidFill>
            <a:srgbClr val="1F4E7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→ Pipeline 2
Model Training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RECAP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lang="en-US"/>
              <a:t>Pipeline 2 — Model Training </a:t>
            </a:r>
            <a:r>
              <a:rPr lang="ko-KR" altLang="en-US"/>
              <a:t>흐름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ko-KR" altLang="en-US"/>
              <a:t>플로우차트로 보는 모델 학습 </a:t>
            </a:r>
            <a:r>
              <a:rPr lang="en-US" altLang="ko-KR"/>
              <a:t>7</a:t>
            </a:r>
            <a:r>
              <a:rPr lang="ko-KR" altLang="en-US"/>
              <a:t>단계 </a:t>
            </a:r>
            <a:r>
              <a:rPr lang="en-US" altLang="ko-KR"/>
              <a:t>(X,y → .joblib)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12/24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48C998-7293-4047-8D7F-1EB684916BB1}"/>
              </a:ext>
            </a:extLst>
          </p:cNvPr>
          <p:cNvSpPr txBox="1"/>
          <p:nvPr/>
        </p:nvSpPr>
        <p:spPr>
          <a:xfrm>
            <a:off x="508000" y="1282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7F7F7F"/>
                </a:solidFill>
              </a:rPr>
              <a:t>입력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8ED9A-A4EB-46EE-848C-9891EC51453B}"/>
              </a:ext>
            </a:extLst>
          </p:cNvPr>
          <p:cNvSpPr/>
          <p:nvPr/>
        </p:nvSpPr>
        <p:spPr>
          <a:xfrm>
            <a:off x="508000" y="1460500"/>
            <a:ext cx="1397000" cy="609600"/>
          </a:xfrm>
          <a:prstGeom prst="roundRect">
            <a:avLst/>
          </a:prstGeom>
          <a:solidFill>
            <a:srgbClr val="1F4E7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</a:rPr>
              <a:t>CSV </a:t>
            </a:r>
            <a:r>
              <a:rPr lang="ko-KR" altLang="en-US" sz="1100" b="1">
                <a:solidFill>
                  <a:srgbClr val="FFFFFF"/>
                </a:solidFill>
              </a:rPr>
              <a:t>로드
</a:t>
            </a:r>
            <a:r>
              <a:rPr lang="en-US" altLang="ko-KR" sz="1100" b="1">
                <a:solidFill>
                  <a:srgbClr val="FFFFFF"/>
                </a:solidFill>
              </a:rPr>
              <a:t>(39 × 220)</a:t>
            </a:r>
            <a:endParaRPr lang="ko-KR" altLang="en-US" sz="1100" b="1">
              <a:solidFill>
                <a:srgbClr val="FFFFFF"/>
              </a:solidFill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F90010F3-5380-4164-A49B-62825C5C2416}"/>
              </a:ext>
            </a:extLst>
          </p:cNvPr>
          <p:cNvSpPr/>
          <p:nvPr/>
        </p:nvSpPr>
        <p:spPr>
          <a:xfrm>
            <a:off x="1905000" y="16764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BFA066-C231-4858-80B7-949387E2D9EF}"/>
              </a:ext>
            </a:extLst>
          </p:cNvPr>
          <p:cNvSpPr txBox="1"/>
          <p:nvPr/>
        </p:nvSpPr>
        <p:spPr>
          <a:xfrm>
            <a:off x="2133600" y="1282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7F7F7F"/>
                </a:solidFill>
              </a:rPr>
              <a:t>정리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74DCD62-3151-4B09-81EF-97DB0B8DE5B2}"/>
              </a:ext>
            </a:extLst>
          </p:cNvPr>
          <p:cNvSpPr/>
          <p:nvPr/>
        </p:nvSpPr>
        <p:spPr>
          <a:xfrm>
            <a:off x="2133600" y="1460500"/>
            <a:ext cx="1397000" cy="6096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</a:rPr>
              <a:t>X/y </a:t>
            </a:r>
            <a:r>
              <a:rPr lang="ko-KR" altLang="en-US" sz="1100" b="1">
                <a:solidFill>
                  <a:srgbClr val="FFFFFF"/>
                </a:solidFill>
              </a:rPr>
              <a:t>분리
</a:t>
            </a:r>
            <a:r>
              <a:rPr lang="en-US" altLang="ko-KR" sz="1100" b="1">
                <a:solidFill>
                  <a:srgbClr val="FFFFFF"/>
                </a:solidFill>
              </a:rPr>
              <a:t>NaN·</a:t>
            </a:r>
            <a:r>
              <a:rPr lang="ko-KR" altLang="en-US" sz="1100" b="1">
                <a:solidFill>
                  <a:srgbClr val="FFFFFF"/>
                </a:solidFill>
              </a:rPr>
              <a:t>저분산 제거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EB6BFD3-ADCE-49C8-ADC3-56A8D46D90C7}"/>
              </a:ext>
            </a:extLst>
          </p:cNvPr>
          <p:cNvSpPr/>
          <p:nvPr/>
        </p:nvSpPr>
        <p:spPr>
          <a:xfrm>
            <a:off x="3530600" y="16764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FFF2CE-0172-4D94-9212-F467BB246D9F}"/>
              </a:ext>
            </a:extLst>
          </p:cNvPr>
          <p:cNvSpPr txBox="1"/>
          <p:nvPr/>
        </p:nvSpPr>
        <p:spPr>
          <a:xfrm>
            <a:off x="3759200" y="1282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7F7F7F"/>
                </a:solidFill>
              </a:rPr>
              <a:t>Feature </a:t>
            </a:r>
            <a:r>
              <a:rPr lang="ko-KR" altLang="en-US" sz="900" b="1">
                <a:solidFill>
                  <a:srgbClr val="7F7F7F"/>
                </a:solidFill>
              </a:rPr>
              <a:t>선택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5755550-2C1D-44FC-A5DE-E10B411DEBA3}"/>
              </a:ext>
            </a:extLst>
          </p:cNvPr>
          <p:cNvSpPr/>
          <p:nvPr/>
        </p:nvSpPr>
        <p:spPr>
          <a:xfrm>
            <a:off x="3759200" y="1460500"/>
            <a:ext cx="1397000" cy="6096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</a:rPr>
              <a:t>SelectKBest
k</a:t>
            </a:r>
            <a:r>
              <a:rPr lang="ko-KR" altLang="en-US" sz="1100" b="1">
                <a:solidFill>
                  <a:srgbClr val="FFFFFF"/>
                </a:solidFill>
              </a:rPr>
              <a:t>개 </a:t>
            </a:r>
            <a:r>
              <a:rPr lang="en-US" altLang="ko-KR" sz="1100" b="1">
                <a:solidFill>
                  <a:srgbClr val="FFFFFF"/>
                </a:solidFill>
              </a:rPr>
              <a:t>feature</a:t>
            </a:r>
            <a:endParaRPr lang="ko-KR" altLang="en-US" sz="1100" b="1">
              <a:solidFill>
                <a:srgbClr val="FFFFFF"/>
              </a:solidFill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8384ABA-E572-458B-88A5-43CDAF5E7BB9}"/>
              </a:ext>
            </a:extLst>
          </p:cNvPr>
          <p:cNvSpPr/>
          <p:nvPr/>
        </p:nvSpPr>
        <p:spPr>
          <a:xfrm>
            <a:off x="5156200" y="16764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다이아몬드 23">
            <a:extLst>
              <a:ext uri="{FF2B5EF4-FFF2-40B4-BE49-F238E27FC236}">
                <a16:creationId xmlns:a16="http://schemas.microsoft.com/office/drawing/2014/main" id="{E148BEA4-DDC1-45BB-9D26-B4D58AE17B54}"/>
              </a:ext>
            </a:extLst>
          </p:cNvPr>
          <p:cNvSpPr/>
          <p:nvPr/>
        </p:nvSpPr>
        <p:spPr>
          <a:xfrm>
            <a:off x="5430983" y="1333500"/>
            <a:ext cx="1651000" cy="889000"/>
          </a:xfrm>
          <a:prstGeom prst="diamond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000" b="1">
                <a:solidFill>
                  <a:srgbClr val="1A1A1A"/>
                </a:solidFill>
              </a:rPr>
              <a:t>표준화
필요</a:t>
            </a:r>
            <a:r>
              <a:rPr lang="en-US" altLang="ko-KR" sz="1000" b="1">
                <a:solidFill>
                  <a:srgbClr val="1A1A1A"/>
                </a:solidFill>
              </a:rPr>
              <a:t>?</a:t>
            </a:r>
            <a:endParaRPr lang="ko-KR" altLang="en-US" sz="1000" b="1">
              <a:solidFill>
                <a:srgbClr val="1A1A1A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0E7113-D938-412F-A2C3-95D150A9BE36}"/>
              </a:ext>
            </a:extLst>
          </p:cNvPr>
          <p:cNvSpPr txBox="1"/>
          <p:nvPr/>
        </p:nvSpPr>
        <p:spPr>
          <a:xfrm>
            <a:off x="5545283" y="1225677"/>
            <a:ext cx="1651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 dirty="0">
                <a:solidFill>
                  <a:srgbClr val="7F7F7F"/>
                </a:solidFill>
              </a:rPr>
              <a:t>결정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F90C76-D3AC-4D88-B7AD-D3257D2F7FDD}"/>
              </a:ext>
            </a:extLst>
          </p:cNvPr>
          <p:cNvSpPr txBox="1"/>
          <p:nvPr/>
        </p:nvSpPr>
        <p:spPr>
          <a:xfrm>
            <a:off x="6629400" y="12446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 dirty="0">
                <a:solidFill>
                  <a:srgbClr val="ED7D31"/>
                </a:solidFill>
              </a:rPr>
              <a:t>Yes
LR/MLP/SVM</a:t>
            </a:r>
            <a:endParaRPr lang="ko-KR" altLang="en-US" sz="900" b="1" dirty="0">
              <a:solidFill>
                <a:srgbClr val="ED7D31"/>
              </a:solidFill>
            </a:endParaRP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99D406BA-6FC8-4FCE-ABEA-1060A689B9D2}"/>
              </a:ext>
            </a:extLst>
          </p:cNvPr>
          <p:cNvSpPr/>
          <p:nvPr/>
        </p:nvSpPr>
        <p:spPr>
          <a:xfrm>
            <a:off x="7137400" y="16891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F320554-00EC-413D-9D0D-2ECB3950D866}"/>
              </a:ext>
            </a:extLst>
          </p:cNvPr>
          <p:cNvSpPr/>
          <p:nvPr/>
        </p:nvSpPr>
        <p:spPr>
          <a:xfrm>
            <a:off x="7366000" y="1460500"/>
            <a:ext cx="1397000" cy="609600"/>
          </a:xfrm>
          <a:prstGeom prst="roundRect">
            <a:avLst/>
          </a:prstGeom>
          <a:solidFill>
            <a:srgbClr val="5B9BD5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1A1A1A"/>
                </a:solidFill>
              </a:rPr>
              <a:t>Standard
Scaler</a:t>
            </a:r>
            <a:endParaRPr lang="ko-KR" altLang="en-US" sz="1100" b="1">
              <a:solidFill>
                <a:srgbClr val="1A1A1A"/>
              </a:solidFill>
            </a:endParaRPr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BD4C285A-FAC2-445A-BBE7-F9DFF5946C7E}"/>
              </a:ext>
            </a:extLst>
          </p:cNvPr>
          <p:cNvSpPr/>
          <p:nvPr/>
        </p:nvSpPr>
        <p:spPr>
          <a:xfrm>
            <a:off x="6142183" y="2260600"/>
            <a:ext cx="228600" cy="457200"/>
          </a:xfrm>
          <a:prstGeom prst="down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98B70E-782E-4FC1-B11A-840D49218CCB}"/>
              </a:ext>
            </a:extLst>
          </p:cNvPr>
          <p:cNvSpPr txBox="1"/>
          <p:nvPr/>
        </p:nvSpPr>
        <p:spPr>
          <a:xfrm>
            <a:off x="6443518" y="2195784"/>
            <a:ext cx="101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 dirty="0">
                <a:solidFill>
                  <a:srgbClr val="A5A5A5"/>
                </a:solidFill>
              </a:rPr>
              <a:t>No (Tree </a:t>
            </a:r>
            <a:r>
              <a:rPr lang="ko-KR" altLang="en-US" sz="900" b="1" dirty="0">
                <a:solidFill>
                  <a:srgbClr val="A5A5A5"/>
                </a:solidFill>
              </a:rPr>
              <a:t>계열</a:t>
            </a:r>
            <a:r>
              <a:rPr lang="en-US" altLang="ko-KR" sz="900" b="1" dirty="0">
                <a:solidFill>
                  <a:srgbClr val="A5A5A5"/>
                </a:solidFill>
              </a:rPr>
              <a:t>)
DT / RF / XGB</a:t>
            </a:r>
            <a:endParaRPr lang="ko-KR" altLang="en-US" sz="900" b="1" dirty="0">
              <a:solidFill>
                <a:srgbClr val="A5A5A5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2A6D2E-154D-4DFA-A9E5-36D2B7C17C12}"/>
              </a:ext>
            </a:extLst>
          </p:cNvPr>
          <p:cNvSpPr txBox="1"/>
          <p:nvPr/>
        </p:nvSpPr>
        <p:spPr>
          <a:xfrm>
            <a:off x="5731162" y="2552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7F7F7F"/>
                </a:solidFill>
              </a:rPr>
              <a:t>학습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C23ED1-350D-4A12-AFAF-02B72680C617}"/>
              </a:ext>
            </a:extLst>
          </p:cNvPr>
          <p:cNvSpPr/>
          <p:nvPr/>
        </p:nvSpPr>
        <p:spPr>
          <a:xfrm>
            <a:off x="5731162" y="2730500"/>
            <a:ext cx="1397000" cy="6096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FFFFFF"/>
                </a:solidFill>
              </a:rPr>
              <a:t>model.fit(X, y)
(LR/MLP/SVM/DT/RF/XGB)</a:t>
            </a:r>
            <a:endParaRPr lang="ko-KR" altLang="en-US" sz="900" b="1">
              <a:solidFill>
                <a:srgbClr val="FFFFFF"/>
              </a:solidFill>
            </a:endParaRPr>
          </a:p>
        </p:txBody>
      </p:sp>
      <p:sp>
        <p:nvSpPr>
          <p:cNvPr id="36" name="화살표: 왼쪽 35">
            <a:extLst>
              <a:ext uri="{FF2B5EF4-FFF2-40B4-BE49-F238E27FC236}">
                <a16:creationId xmlns:a16="http://schemas.microsoft.com/office/drawing/2014/main" id="{C4007082-2320-4A19-944B-4ED21C3E7F7D}"/>
              </a:ext>
            </a:extLst>
          </p:cNvPr>
          <p:cNvSpPr/>
          <p:nvPr/>
        </p:nvSpPr>
        <p:spPr>
          <a:xfrm>
            <a:off x="5502562" y="2946400"/>
            <a:ext cx="228600" cy="177800"/>
          </a:xfrm>
          <a:prstGeom prst="lef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B1B4E3-D550-43B1-8546-33ADEB76E181}"/>
              </a:ext>
            </a:extLst>
          </p:cNvPr>
          <p:cNvSpPr txBox="1"/>
          <p:nvPr/>
        </p:nvSpPr>
        <p:spPr>
          <a:xfrm>
            <a:off x="4010890" y="2552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7F7F7F"/>
                </a:solidFill>
              </a:rPr>
              <a:t>검증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3C71427-ECF6-4057-8FE7-7770027EFA59}"/>
              </a:ext>
            </a:extLst>
          </p:cNvPr>
          <p:cNvSpPr/>
          <p:nvPr/>
        </p:nvSpPr>
        <p:spPr>
          <a:xfrm>
            <a:off x="4010890" y="2730500"/>
            <a:ext cx="1397000" cy="6096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nn-NO" altLang="ko-KR" sz="900" b="1">
                <a:solidFill>
                  <a:srgbClr val="FFFFFF"/>
                </a:solidFill>
              </a:rPr>
              <a:t>cross_val_score
cv=5 (5-fold CV)</a:t>
            </a:r>
            <a:endParaRPr lang="ko-KR" altLang="en-US" sz="900" b="1">
              <a:solidFill>
                <a:srgbClr val="FFFFFF"/>
              </a:solidFill>
            </a:endParaRPr>
          </a:p>
        </p:txBody>
      </p:sp>
      <p:sp>
        <p:nvSpPr>
          <p:cNvPr id="39" name="화살표: 왼쪽 38">
            <a:extLst>
              <a:ext uri="{FF2B5EF4-FFF2-40B4-BE49-F238E27FC236}">
                <a16:creationId xmlns:a16="http://schemas.microsoft.com/office/drawing/2014/main" id="{0460A52E-96C0-4D52-8AF5-941232611D64}"/>
              </a:ext>
            </a:extLst>
          </p:cNvPr>
          <p:cNvSpPr/>
          <p:nvPr/>
        </p:nvSpPr>
        <p:spPr>
          <a:xfrm>
            <a:off x="3782290" y="2946400"/>
            <a:ext cx="228600" cy="177800"/>
          </a:xfrm>
          <a:prstGeom prst="lef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7A6B04-B0D7-472B-A0C7-034886A9DB12}"/>
              </a:ext>
            </a:extLst>
          </p:cNvPr>
          <p:cNvSpPr txBox="1"/>
          <p:nvPr/>
        </p:nvSpPr>
        <p:spPr>
          <a:xfrm>
            <a:off x="2283690" y="2552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7F7F7F"/>
                </a:solidFill>
              </a:rPr>
              <a:t>탐색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D88DDF1-58B7-49DB-A88B-251C028FBA37}"/>
              </a:ext>
            </a:extLst>
          </p:cNvPr>
          <p:cNvSpPr/>
          <p:nvPr/>
        </p:nvSpPr>
        <p:spPr>
          <a:xfrm>
            <a:off x="2283690" y="2730500"/>
            <a:ext cx="1397000" cy="609600"/>
          </a:xfrm>
          <a:prstGeom prst="roundRect">
            <a:avLst/>
          </a:prstGeom>
          <a:solidFill>
            <a:srgbClr val="4472C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FFFFFF"/>
                </a:solidFill>
              </a:rPr>
              <a:t>Grid Search
hyperparameter</a:t>
            </a:r>
            <a:endParaRPr lang="ko-KR" altLang="en-US" sz="900" b="1">
              <a:solidFill>
                <a:srgbClr val="FFFFFF"/>
              </a:solidFill>
            </a:endParaRPr>
          </a:p>
        </p:txBody>
      </p:sp>
      <p:sp>
        <p:nvSpPr>
          <p:cNvPr id="42" name="화살표: 왼쪽 41">
            <a:extLst>
              <a:ext uri="{FF2B5EF4-FFF2-40B4-BE49-F238E27FC236}">
                <a16:creationId xmlns:a16="http://schemas.microsoft.com/office/drawing/2014/main" id="{421D4C88-375F-4F96-AF86-5FEF34D30A79}"/>
              </a:ext>
            </a:extLst>
          </p:cNvPr>
          <p:cNvSpPr/>
          <p:nvPr/>
        </p:nvSpPr>
        <p:spPr>
          <a:xfrm>
            <a:off x="2055090" y="2946400"/>
            <a:ext cx="228600" cy="177800"/>
          </a:xfrm>
          <a:prstGeom prst="lef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3FD8BF-A240-4C90-893E-0440C3E0FD93}"/>
              </a:ext>
            </a:extLst>
          </p:cNvPr>
          <p:cNvSpPr txBox="1"/>
          <p:nvPr/>
        </p:nvSpPr>
        <p:spPr>
          <a:xfrm>
            <a:off x="658090" y="2552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7F7F7F"/>
                </a:solidFill>
              </a:rPr>
              <a:t>기록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0B42613-78E3-4DAB-BBFA-C2FB9D7296A9}"/>
              </a:ext>
            </a:extLst>
          </p:cNvPr>
          <p:cNvSpPr/>
          <p:nvPr/>
        </p:nvSpPr>
        <p:spPr>
          <a:xfrm>
            <a:off x="658090" y="2730500"/>
            <a:ext cx="1397000" cy="609600"/>
          </a:xfrm>
          <a:prstGeom prst="rect">
            <a:avLst/>
          </a:prstGeom>
          <a:solidFill>
            <a:srgbClr val="70AD4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1A1A1A"/>
                </a:solidFill>
              </a:rPr>
              <a:t>results_df
+ best </a:t>
            </a:r>
            <a:r>
              <a:rPr lang="ko-KR" altLang="en-US" sz="1000" b="1">
                <a:solidFill>
                  <a:srgbClr val="1A1A1A"/>
                </a:solidFill>
              </a:rPr>
              <a:t>추출</a:t>
            </a:r>
          </a:p>
        </p:txBody>
      </p:sp>
      <p:sp>
        <p:nvSpPr>
          <p:cNvPr id="45" name="화살표: 아래쪽 44">
            <a:extLst>
              <a:ext uri="{FF2B5EF4-FFF2-40B4-BE49-F238E27FC236}">
                <a16:creationId xmlns:a16="http://schemas.microsoft.com/office/drawing/2014/main" id="{ED57D2B2-6A3F-4746-B9A5-AC87FEBD324A}"/>
              </a:ext>
            </a:extLst>
          </p:cNvPr>
          <p:cNvSpPr/>
          <p:nvPr/>
        </p:nvSpPr>
        <p:spPr>
          <a:xfrm>
            <a:off x="1242290" y="3390900"/>
            <a:ext cx="228600" cy="279400"/>
          </a:xfrm>
          <a:prstGeom prst="down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FA4252-DCFB-4D63-A841-AE753350C1DE}"/>
              </a:ext>
            </a:extLst>
          </p:cNvPr>
          <p:cNvSpPr txBox="1"/>
          <p:nvPr/>
        </p:nvSpPr>
        <p:spPr>
          <a:xfrm>
            <a:off x="658090" y="3568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900" b="1">
                <a:solidFill>
                  <a:srgbClr val="7F7F7F"/>
                </a:solidFill>
              </a:rPr>
              <a:t>Best </a:t>
            </a:r>
            <a:r>
              <a:rPr lang="ko-KR" altLang="en-US" sz="900" b="1">
                <a:solidFill>
                  <a:srgbClr val="7F7F7F"/>
                </a:solidFill>
              </a:rPr>
              <a:t>모델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E720504-DFC5-40E0-9FE8-C6D20A80E542}"/>
              </a:ext>
            </a:extLst>
          </p:cNvPr>
          <p:cNvSpPr/>
          <p:nvPr/>
        </p:nvSpPr>
        <p:spPr>
          <a:xfrm>
            <a:off x="658090" y="3746500"/>
            <a:ext cx="1397000" cy="609600"/>
          </a:xfrm>
          <a:prstGeom prst="roundRect">
            <a:avLst/>
          </a:prstGeom>
          <a:solidFill>
            <a:srgbClr val="ED7D3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100" b="1">
                <a:solidFill>
                  <a:srgbClr val="1A1A1A"/>
                </a:solidFill>
              </a:rPr>
              <a:t>Best Model
</a:t>
            </a:r>
            <a:r>
              <a:rPr lang="ko-KR" altLang="en-US" sz="1100" b="1">
                <a:solidFill>
                  <a:srgbClr val="1A1A1A"/>
                </a:solidFill>
              </a:rPr>
              <a:t>선택</a:t>
            </a:r>
          </a:p>
        </p:txBody>
      </p:sp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42E63673-9D16-49D4-86BE-7228ECDFAE62}"/>
              </a:ext>
            </a:extLst>
          </p:cNvPr>
          <p:cNvSpPr/>
          <p:nvPr/>
        </p:nvSpPr>
        <p:spPr>
          <a:xfrm>
            <a:off x="2055090" y="39624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BE48D1-A051-4969-9CDF-D244D3CD4E9F}"/>
              </a:ext>
            </a:extLst>
          </p:cNvPr>
          <p:cNvSpPr txBox="1"/>
          <p:nvPr/>
        </p:nvSpPr>
        <p:spPr>
          <a:xfrm>
            <a:off x="2326179" y="3568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ko-KR" altLang="en-US" sz="900" b="1" dirty="0">
                <a:solidFill>
                  <a:srgbClr val="7F7F7F"/>
                </a:solidFill>
              </a:rPr>
              <a:t>📦 산출물 저장 ★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037B7FF-6A73-4246-AA5F-FBD48A99760D}"/>
              </a:ext>
            </a:extLst>
          </p:cNvPr>
          <p:cNvSpPr/>
          <p:nvPr/>
        </p:nvSpPr>
        <p:spPr>
          <a:xfrm>
            <a:off x="2326179" y="3746500"/>
            <a:ext cx="1397000" cy="609600"/>
          </a:xfrm>
          <a:prstGeom prst="rect">
            <a:avLst/>
          </a:prstGeom>
          <a:solidFill>
            <a:srgbClr val="7030A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ko-KR" sz="1000" b="1">
                <a:solidFill>
                  <a:srgbClr val="FFFFFF"/>
                </a:solidFill>
              </a:rPr>
              <a:t>model_*.joblib
(</a:t>
            </a:r>
            <a:r>
              <a:rPr lang="ko-KR" altLang="en-US" sz="1000" b="1">
                <a:solidFill>
                  <a:srgbClr val="FFFFFF"/>
                </a:solidFill>
              </a:rPr>
              <a:t>최종 결과물</a:t>
            </a:r>
            <a:r>
              <a:rPr lang="en-US" altLang="ko-KR" sz="1000" b="1">
                <a:solidFill>
                  <a:srgbClr val="FFFFFF"/>
                </a:solidFill>
              </a:rPr>
              <a:t>)</a:t>
            </a:r>
            <a:endParaRPr lang="ko-KR" altLang="en-US" sz="1000" b="1">
              <a:solidFill>
                <a:srgbClr val="FFFFFF"/>
              </a:solidFill>
            </a:endParaRPr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BA1647F3-8EE1-433E-BDEE-02EF225DF966}"/>
              </a:ext>
            </a:extLst>
          </p:cNvPr>
          <p:cNvSpPr/>
          <p:nvPr/>
        </p:nvSpPr>
        <p:spPr>
          <a:xfrm>
            <a:off x="3723179" y="3962400"/>
            <a:ext cx="228600" cy="177800"/>
          </a:xfrm>
          <a:prstGeom prst="rightArrow">
            <a:avLst/>
          </a:prstGeom>
          <a:solidFill>
            <a:srgbClr val="59595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8B864F-D770-4F37-A151-3805B8CEEB73}"/>
              </a:ext>
            </a:extLst>
          </p:cNvPr>
          <p:cNvSpPr txBox="1"/>
          <p:nvPr/>
        </p:nvSpPr>
        <p:spPr>
          <a:xfrm>
            <a:off x="4018742" y="3568700"/>
            <a:ext cx="1397000" cy="165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7F7F7F"/>
                </a:solidFill>
              </a:rPr>
              <a:t>재사용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4B29AFE-0E7A-4B3B-A732-AAD0A4EE4438}"/>
              </a:ext>
            </a:extLst>
          </p:cNvPr>
          <p:cNvSpPr/>
          <p:nvPr/>
        </p:nvSpPr>
        <p:spPr>
          <a:xfrm>
            <a:off x="4018742" y="3746500"/>
            <a:ext cx="1397000" cy="609600"/>
          </a:xfrm>
          <a:prstGeom prst="roundRect">
            <a:avLst/>
          </a:prstGeom>
          <a:solidFill>
            <a:srgbClr val="1F4E7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900" b="1">
                <a:solidFill>
                  <a:srgbClr val="FFFFFF"/>
                </a:solidFill>
              </a:rPr>
              <a:t>새 분자 예측
</a:t>
            </a:r>
            <a:r>
              <a:rPr lang="en-US" altLang="ko-KR" sz="900" b="1">
                <a:solidFill>
                  <a:srgbClr val="FFFFFF"/>
                </a:solidFill>
              </a:rPr>
              <a:t>load → transform
→ predict</a:t>
            </a:r>
            <a:endParaRPr lang="ko-KR" altLang="en-US" sz="900" b="1">
              <a:solidFill>
                <a:srgbClr val="FFFFFF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54445D-0471-49C5-85EC-08E332D4BA3A}"/>
              </a:ext>
            </a:extLst>
          </p:cNvPr>
          <p:cNvSpPr txBox="1"/>
          <p:nvPr/>
        </p:nvSpPr>
        <p:spPr>
          <a:xfrm>
            <a:off x="508000" y="4546600"/>
            <a:ext cx="81788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100" i="1">
                <a:solidFill>
                  <a:srgbClr val="404040"/>
                </a:solidFill>
              </a:rPr>
              <a:t>💡 분기 핵심</a:t>
            </a:r>
            <a:r>
              <a:rPr lang="en-US" altLang="ko-KR" sz="1100" i="1">
                <a:solidFill>
                  <a:srgbClr val="404040"/>
                </a:solidFill>
              </a:rPr>
              <a:t>: </a:t>
            </a:r>
            <a:r>
              <a:rPr lang="ko-KR" altLang="en-US" sz="1100" i="1">
                <a:solidFill>
                  <a:srgbClr val="404040"/>
                </a:solidFill>
              </a:rPr>
              <a:t>거리</a:t>
            </a:r>
            <a:r>
              <a:rPr lang="en-US" altLang="ko-KR" sz="1100" i="1">
                <a:solidFill>
                  <a:srgbClr val="404040"/>
                </a:solidFill>
              </a:rPr>
              <a:t>·</a:t>
            </a:r>
            <a:r>
              <a:rPr lang="ko-KR" altLang="en-US" sz="1100" i="1">
                <a:solidFill>
                  <a:srgbClr val="404040"/>
                </a:solidFill>
              </a:rPr>
              <a:t>계수 기반 모델</a:t>
            </a:r>
            <a:r>
              <a:rPr lang="en-US" altLang="ko-KR" sz="1100" i="1">
                <a:solidFill>
                  <a:srgbClr val="404040"/>
                </a:solidFill>
              </a:rPr>
              <a:t>(LR/MLP/SVM)</a:t>
            </a:r>
            <a:r>
              <a:rPr lang="ko-KR" altLang="en-US" sz="1100" i="1">
                <a:solidFill>
                  <a:srgbClr val="404040"/>
                </a:solidFill>
              </a:rPr>
              <a:t>만 </a:t>
            </a:r>
            <a:r>
              <a:rPr lang="en-US" altLang="ko-KR" sz="1100" i="1">
                <a:solidFill>
                  <a:srgbClr val="404040"/>
                </a:solidFill>
              </a:rPr>
              <a:t>StandardScaler </a:t>
            </a:r>
            <a:r>
              <a:rPr lang="ko-KR" altLang="en-US" sz="1100" i="1">
                <a:solidFill>
                  <a:srgbClr val="404040"/>
                </a:solidFill>
              </a:rPr>
              <a:t>통과 </a:t>
            </a:r>
            <a:r>
              <a:rPr lang="en-US" altLang="ko-KR" sz="1100" i="1">
                <a:solidFill>
                  <a:srgbClr val="404040"/>
                </a:solidFill>
              </a:rPr>
              <a:t>— Tree </a:t>
            </a:r>
            <a:r>
              <a:rPr lang="ko-KR" altLang="en-US" sz="1100" i="1">
                <a:solidFill>
                  <a:srgbClr val="404040"/>
                </a:solidFill>
              </a:rPr>
              <a:t>계열</a:t>
            </a:r>
            <a:r>
              <a:rPr lang="en-US" altLang="ko-KR" sz="1100" i="1">
                <a:solidFill>
                  <a:srgbClr val="404040"/>
                </a:solidFill>
              </a:rPr>
              <a:t>(DT/RF/XGB)</a:t>
            </a:r>
            <a:r>
              <a:rPr lang="ko-KR" altLang="en-US" sz="1100" i="1">
                <a:solidFill>
                  <a:srgbClr val="404040"/>
                </a:solidFill>
              </a:rPr>
              <a:t>은 표준화 불필요</a:t>
            </a:r>
          </a:p>
        </p:txBody>
      </p:sp>
      <p:sp>
        <p:nvSpPr>
          <p:cNvPr id="7" name="화살표: 굽음 6">
            <a:extLst>
              <a:ext uri="{FF2B5EF4-FFF2-40B4-BE49-F238E27FC236}">
                <a16:creationId xmlns:a16="http://schemas.microsoft.com/office/drawing/2014/main" id="{79B3B537-B284-D852-ED91-F0EF47E204F7}"/>
              </a:ext>
            </a:extLst>
          </p:cNvPr>
          <p:cNvSpPr/>
          <p:nvPr/>
        </p:nvSpPr>
        <p:spPr>
          <a:xfrm rot="10800000">
            <a:off x="7154718" y="2176492"/>
            <a:ext cx="1016000" cy="1031528"/>
          </a:xfrm>
          <a:prstGeom prst="bentArrow">
            <a:avLst>
              <a:gd name="adj1" fmla="val 12045"/>
              <a:gd name="adj2" fmla="val 14432"/>
              <a:gd name="adj3" fmla="val 18864"/>
              <a:gd name="adj4" fmla="val 23977"/>
            </a:avLst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w7-1 / w7-2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dirty="0"/>
              <a:t>Logistic Regression</a:t>
            </a:r>
            <a:r>
              <a:rPr lang="en-US" altLang="ko-KR" dirty="0"/>
              <a:t> · ANN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가장 기본적인 두 분류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4069080" cy="3383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703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1F3A68"/>
                </a:solidFill>
                <a:latin typeface="Malgun Gothic"/>
              </a:defRPr>
            </a:pPr>
            <a:r>
              <a:t>Logistic Regression (LR)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1F3A68"/>
                </a:solidFill>
                <a:latin typeface="Calibri"/>
              </a:defRPr>
            </a:pPr>
            <a:r>
              <a:rPr dirty="0"/>
              <a:t>y = sigmoid(</a:t>
            </a:r>
            <a:r>
              <a:rPr dirty="0" err="1"/>
              <a:t>w·x</a:t>
            </a:r>
            <a:r>
              <a:rPr dirty="0"/>
              <a:t> + b) — </a:t>
            </a:r>
            <a:r>
              <a:rPr dirty="0" err="1"/>
              <a:t>확률</a:t>
            </a:r>
            <a:r>
              <a:rPr dirty="0"/>
              <a:t> </a:t>
            </a:r>
            <a:r>
              <a:rPr dirty="0" err="1"/>
              <a:t>예측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703320" cy="1253677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직선</a:t>
            </a:r>
            <a:r>
              <a:rPr sz="1200" dirty="0"/>
              <a:t>/</a:t>
            </a:r>
            <a:r>
              <a:rPr sz="1200" dirty="0" err="1"/>
              <a:t>평면으로</a:t>
            </a:r>
            <a:r>
              <a:rPr sz="1200" dirty="0"/>
              <a:t> 두 </a:t>
            </a:r>
            <a:r>
              <a:rPr sz="1200" dirty="0" err="1"/>
              <a:t>클래스</a:t>
            </a:r>
            <a:r>
              <a:rPr sz="1200" dirty="0"/>
              <a:t> </a:t>
            </a:r>
            <a:r>
              <a:rPr sz="1200" dirty="0" err="1"/>
              <a:t>구분</a:t>
            </a:r>
            <a:endParaRPr sz="12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단순·해석</a:t>
            </a:r>
            <a:r>
              <a:rPr sz="1200" dirty="0"/>
              <a:t> </a:t>
            </a:r>
            <a:r>
              <a:rPr sz="1200" dirty="0" err="1"/>
              <a:t>쉬움</a:t>
            </a:r>
            <a:r>
              <a:rPr sz="1200" dirty="0"/>
              <a:t> — </a:t>
            </a:r>
            <a:r>
              <a:rPr sz="1200" dirty="0" err="1"/>
              <a:t>작은</a:t>
            </a:r>
            <a:r>
              <a:rPr sz="1200" dirty="0"/>
              <a:t> </a:t>
            </a:r>
            <a:r>
              <a:rPr sz="1200" dirty="0" err="1"/>
              <a:t>데이터에</a:t>
            </a:r>
            <a:r>
              <a:rPr sz="1200" dirty="0"/>
              <a:t> </a:t>
            </a:r>
            <a:r>
              <a:rPr sz="1200" dirty="0" err="1"/>
              <a:t>강함</a:t>
            </a:r>
            <a:endParaRPr sz="12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/>
              <a:t>feature </a:t>
            </a:r>
            <a:r>
              <a:rPr sz="1200" dirty="0" err="1"/>
              <a:t>단위</a:t>
            </a:r>
            <a:r>
              <a:rPr sz="1200" dirty="0"/>
              <a:t> </a:t>
            </a:r>
            <a:r>
              <a:rPr sz="1200" dirty="0" err="1"/>
              <a:t>차이에</a:t>
            </a:r>
            <a:r>
              <a:rPr sz="1200" dirty="0"/>
              <a:t> </a:t>
            </a:r>
            <a:r>
              <a:rPr sz="1200" dirty="0" err="1"/>
              <a:t>민감</a:t>
            </a:r>
            <a:r>
              <a:rPr sz="1200" dirty="0"/>
              <a:t> → </a:t>
            </a:r>
            <a:r>
              <a:rPr sz="1200" dirty="0" err="1"/>
              <a:t>StandardScaler</a:t>
            </a:r>
            <a:r>
              <a:rPr sz="1200" dirty="0"/>
              <a:t> </a:t>
            </a:r>
            <a:r>
              <a:rPr sz="1200" dirty="0" err="1"/>
              <a:t>필수</a:t>
            </a:r>
            <a:endParaRPr sz="12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max_iter</a:t>
            </a:r>
            <a:r>
              <a:rPr sz="1200" dirty="0"/>
              <a:t>=5000 (</a:t>
            </a:r>
            <a:r>
              <a:rPr sz="1200" dirty="0" err="1"/>
              <a:t>수렴</a:t>
            </a:r>
            <a:r>
              <a:rPr sz="1200" dirty="0"/>
              <a:t> </a:t>
            </a:r>
            <a:r>
              <a:rPr sz="1200" dirty="0" err="1"/>
              <a:t>보장</a:t>
            </a:r>
            <a:r>
              <a:rPr sz="1200" dirty="0"/>
              <a:t>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sz="1200" dirty="0" err="1"/>
              <a:t>sklearn.linear_model.LogisticRegression</a:t>
            </a:r>
            <a:endParaRPr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4663440" y="1325880"/>
            <a:ext cx="4023360" cy="33832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ANN (MLPClassifier)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78308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hidden layer + 비선형 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03120"/>
            <a:ext cx="3657600" cy="140756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비선형</a:t>
            </a:r>
            <a:r>
              <a:rPr sz="1400" dirty="0"/>
              <a:t> </a:t>
            </a:r>
            <a:r>
              <a:rPr sz="1400" dirty="0" err="1"/>
              <a:t>패턴</a:t>
            </a:r>
            <a:r>
              <a:rPr sz="1400" dirty="0"/>
              <a:t> </a:t>
            </a:r>
            <a:r>
              <a:rPr sz="1400" dirty="0" err="1"/>
              <a:t>학습</a:t>
            </a:r>
            <a:r>
              <a:rPr sz="1400" dirty="0"/>
              <a:t> </a:t>
            </a:r>
            <a:r>
              <a:rPr sz="1400" dirty="0" err="1"/>
              <a:t>가능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hidden_layer_sizes</a:t>
            </a:r>
            <a:r>
              <a:rPr sz="1400" dirty="0"/>
              <a:t>, activation </a:t>
            </a:r>
            <a:r>
              <a:rPr sz="1400" dirty="0" err="1"/>
              <a:t>선택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데이터</a:t>
            </a:r>
            <a:r>
              <a:rPr sz="1400" dirty="0"/>
              <a:t> </a:t>
            </a:r>
            <a:r>
              <a:rPr sz="1400" dirty="0" err="1"/>
              <a:t>적으면</a:t>
            </a:r>
            <a:r>
              <a:rPr sz="1400" dirty="0"/>
              <a:t> LR보다 </a:t>
            </a:r>
            <a:r>
              <a:rPr sz="1400" dirty="0" err="1"/>
              <a:t>떨어질</a:t>
            </a:r>
            <a:r>
              <a:rPr sz="1400" dirty="0"/>
              <a:t> </a:t>
            </a:r>
            <a:r>
              <a:rPr sz="1400" dirty="0" err="1"/>
              <a:t>수도</a:t>
            </a:r>
            <a:r>
              <a:rPr sz="1400" dirty="0"/>
              <a:t> </a:t>
            </a:r>
            <a:r>
              <a:rPr sz="1400" dirty="0" err="1"/>
              <a:t>있음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‘</a:t>
            </a:r>
            <a:r>
              <a:rPr sz="1400" dirty="0" err="1"/>
              <a:t>단순한</a:t>
            </a:r>
            <a:r>
              <a:rPr sz="1400" dirty="0"/>
              <a:t> </a:t>
            </a:r>
            <a:r>
              <a:rPr sz="1400" dirty="0" err="1"/>
              <a:t>모델일수록</a:t>
            </a:r>
            <a:r>
              <a:rPr sz="1400" dirty="0"/>
              <a:t> </a:t>
            </a:r>
            <a:r>
              <a:rPr sz="1400" dirty="0" err="1"/>
              <a:t>과적합</a:t>
            </a:r>
            <a:r>
              <a:rPr sz="1400" dirty="0"/>
              <a:t> </a:t>
            </a:r>
            <a:r>
              <a:rPr sz="1400" dirty="0" err="1"/>
              <a:t>가능성</a:t>
            </a:r>
            <a:r>
              <a:rPr sz="1400" dirty="0"/>
              <a:t>↓’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표준화</a:t>
            </a:r>
            <a:r>
              <a:rPr sz="1400" dirty="0"/>
              <a:t> </a:t>
            </a:r>
            <a:r>
              <a:rPr sz="1400" dirty="0" err="1"/>
              <a:t>필수</a:t>
            </a:r>
            <a:r>
              <a:rPr sz="1400" dirty="0"/>
              <a:t> (</a:t>
            </a:r>
            <a:r>
              <a:rPr sz="1400" dirty="0" err="1"/>
              <a:t>LR과</a:t>
            </a:r>
            <a:r>
              <a:rPr sz="1400" dirty="0"/>
              <a:t> </a:t>
            </a:r>
            <a:r>
              <a:rPr sz="1400" dirty="0" err="1"/>
              <a:t>동일</a:t>
            </a:r>
            <a:r>
              <a:rPr sz="1400"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13/24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w9-1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Feature Selection · LR / MLP / SVM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144 descriptor → SelectKBest로 k=10 → 3모델 grid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83879" cy="59436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79095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X (39×144)  →  SelectKBest(f_classif, k=10)  →  StandardScaler  →  모델 fit  →  cross_val_score(cv=5)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41688"/>
              </p:ext>
            </p:extLst>
          </p:nvPr>
        </p:nvGraphicFramePr>
        <p:xfrm>
          <a:off x="502920" y="2057400"/>
          <a:ext cx="81838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600" dirty="0" err="1"/>
                        <a:t>모델</a:t>
                      </a:r>
                      <a:endParaRPr sz="1600" dirty="0"/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600" dirty="0" err="1"/>
                        <a:t>주요</a:t>
                      </a:r>
                      <a:r>
                        <a:rPr sz="1600" dirty="0"/>
                        <a:t> hyperparameter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600"/>
                        <a:t>Best CV5 (예시)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A68"/>
                          </a:solidFill>
                          <a:latin typeface="Calibri"/>
                        </a:defRPr>
                      </a:pPr>
                      <a:r>
                        <a:rPr sz="1600"/>
                        <a:t>LogReg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 dirty="0"/>
                        <a:t>k=[5,10,15,...,50]</a:t>
                      </a:r>
                      <a:r>
                        <a:rPr lang="en-US" sz="1200" dirty="0"/>
                        <a:t> (</a:t>
                      </a:r>
                      <a:r>
                        <a:rPr lang="en-US" altLang="ko-KR" sz="1200" dirty="0"/>
                        <a:t>feature</a:t>
                      </a:r>
                      <a:r>
                        <a:rPr lang="ko-KR" altLang="en-US" sz="1200" dirty="0"/>
                        <a:t>개수</a:t>
                      </a:r>
                      <a:r>
                        <a:rPr lang="en-US" altLang="ko-KR" sz="1200" dirty="0"/>
                        <a:t>)</a:t>
                      </a:r>
                      <a:endParaRPr sz="1200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 dirty="0"/>
                        <a:t>k=10 → 0.793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A68"/>
                          </a:solidFill>
                          <a:latin typeface="Calibri"/>
                        </a:defRPr>
                      </a:pPr>
                      <a:r>
                        <a:rPr sz="1600"/>
                        <a:t>MLP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 dirty="0"/>
                        <a:t>hidden=[3,5,10] × act=[</a:t>
                      </a:r>
                      <a:r>
                        <a:rPr sz="1200" dirty="0" err="1"/>
                        <a:t>logistic,tanh,relu</a:t>
                      </a:r>
                      <a:r>
                        <a:rPr sz="1200" dirty="0"/>
                        <a:t>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 dirty="0"/>
                        <a:t>h=3, logistic → 0.821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F3A68"/>
                          </a:solidFill>
                          <a:latin typeface="Calibri"/>
                        </a:defRPr>
                      </a:pPr>
                      <a:r>
                        <a:rPr sz="1600"/>
                        <a:t>SVM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 dirty="0"/>
                        <a:t>C=[0.01,0.03,...,100] × kernel=[</a:t>
                      </a:r>
                      <a:r>
                        <a:rPr sz="1200" dirty="0" err="1"/>
                        <a:t>linear,rbf,poly,sigmoid</a:t>
                      </a:r>
                      <a:r>
                        <a:rPr sz="1200" dirty="0"/>
                        <a:t>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200" dirty="0"/>
                        <a:t>C=0.01, </a:t>
                      </a:r>
                      <a:r>
                        <a:rPr sz="1200" dirty="0" err="1"/>
                        <a:t>rbf</a:t>
                      </a:r>
                      <a:r>
                        <a:rPr sz="1200" dirty="0"/>
                        <a:t> → 0.793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931920"/>
            <a:ext cx="8183879" cy="8686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7909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t>🎯 결론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97680"/>
            <a:ext cx="7909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212121"/>
                </a:solidFill>
                <a:latin typeface="Malgun Gothic"/>
              </a:defRPr>
            </a:pPr>
            <a:r>
              <a:t>데이터가 39개로 작을 때 → 단순 LR/단순 SVM이 강함. 과적합 가능성 낮음.</a:t>
            </a:r>
            <a:br/>
            <a:r>
              <a:t>Grid Search = ‘이중·삼중 for 문’으로 hyperparameter 조합을 모두 탐색하는 패턴.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14/24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w9-2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결과 정리 +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print() 흘리지 말고 — DataFrame → CSV →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4069080" cy="338328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7033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1F3A68"/>
                </a:solidFill>
                <a:latin typeface="Malgun Gothic"/>
              </a:defRPr>
            </a:pPr>
            <a:r>
              <a:t>표 정리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703320" cy="240681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onsolas"/>
              </a:defRPr>
            </a:pPr>
            <a:r>
              <a:rPr sz="1100" dirty="0"/>
              <a:t>results = []</a:t>
            </a:r>
            <a:br>
              <a:rPr sz="1100" dirty="0"/>
            </a:br>
            <a:r>
              <a:rPr sz="1100" dirty="0"/>
              <a:t>for k in </a:t>
            </a:r>
            <a:r>
              <a:rPr sz="1100" dirty="0" err="1"/>
              <a:t>k_candidates</a:t>
            </a:r>
            <a:r>
              <a:rPr sz="1100" dirty="0"/>
              <a:t>:</a:t>
            </a:r>
            <a:br>
              <a:rPr sz="1100" dirty="0"/>
            </a:br>
            <a:r>
              <a:rPr sz="1100" dirty="0"/>
              <a:t>    ...</a:t>
            </a:r>
            <a:br>
              <a:rPr sz="1100" dirty="0"/>
            </a:br>
            <a:r>
              <a:rPr sz="1100" dirty="0"/>
              <a:t>    </a:t>
            </a:r>
            <a:r>
              <a:rPr sz="1100" dirty="0" err="1"/>
              <a:t>results.append</a:t>
            </a:r>
            <a:r>
              <a:rPr sz="1100" dirty="0"/>
              <a:t>({</a:t>
            </a:r>
            <a:br>
              <a:rPr sz="1100" dirty="0"/>
            </a:br>
            <a:r>
              <a:rPr sz="1100" dirty="0"/>
              <a:t>        'model': '</a:t>
            </a:r>
            <a:r>
              <a:rPr sz="1100" dirty="0" err="1"/>
              <a:t>LogReg</a:t>
            </a:r>
            <a:r>
              <a:rPr sz="1100" dirty="0"/>
              <a:t>',</a:t>
            </a:r>
            <a:br>
              <a:rPr sz="1100" dirty="0"/>
            </a:br>
            <a:r>
              <a:rPr sz="1100" dirty="0"/>
              <a:t>        'k': k,</a:t>
            </a:r>
            <a:br>
              <a:rPr sz="1100" dirty="0"/>
            </a:br>
            <a:r>
              <a:rPr sz="1100" dirty="0"/>
              <a:t>        'param': '-',</a:t>
            </a:r>
            <a:br>
              <a:rPr sz="1100" dirty="0"/>
            </a:br>
            <a:r>
              <a:rPr sz="1100" dirty="0"/>
              <a:t>        'train': train,</a:t>
            </a:r>
            <a:br>
              <a:rPr sz="1100" dirty="0"/>
            </a:br>
            <a:r>
              <a:rPr sz="1100" dirty="0"/>
              <a:t>        'cv': cv,</a:t>
            </a:r>
            <a:br>
              <a:rPr sz="1100" dirty="0"/>
            </a:br>
            <a:r>
              <a:rPr sz="1100" dirty="0"/>
              <a:t>    })</a:t>
            </a:r>
            <a:br>
              <a:rPr sz="1100" dirty="0"/>
            </a:br>
            <a:br>
              <a:rPr sz="1100" dirty="0"/>
            </a:br>
            <a:r>
              <a:rPr sz="1100" dirty="0" err="1"/>
              <a:t>results_df</a:t>
            </a:r>
            <a:r>
              <a:rPr sz="1100" dirty="0"/>
              <a:t> = </a:t>
            </a:r>
            <a:r>
              <a:rPr sz="1100" dirty="0" err="1"/>
              <a:t>pd.DataFrame</a:t>
            </a:r>
            <a:r>
              <a:rPr sz="1100" dirty="0"/>
              <a:t>(results)</a:t>
            </a:r>
            <a:br>
              <a:rPr sz="1100" dirty="0"/>
            </a:br>
            <a:r>
              <a:rPr sz="1100" dirty="0" err="1"/>
              <a:t>results_df.to_csv</a:t>
            </a:r>
            <a:r>
              <a:rPr sz="1100" dirty="0"/>
              <a:t>(</a:t>
            </a:r>
            <a:br>
              <a:rPr sz="1100" dirty="0"/>
            </a:br>
            <a:r>
              <a:rPr sz="1100" dirty="0"/>
              <a:t>  'experiment_results.csv', index=False)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325880"/>
            <a:ext cx="4023360" cy="33832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베스트 추출 + 그래프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83080"/>
            <a:ext cx="3657600" cy="1966692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Top 5: </a:t>
            </a:r>
            <a:r>
              <a:rPr sz="1400" dirty="0" err="1"/>
              <a:t>sort_values</a:t>
            </a:r>
            <a:r>
              <a:rPr sz="1400" dirty="0"/>
              <a:t>('cv').head(5)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모델별</a:t>
            </a:r>
            <a:r>
              <a:rPr sz="1400" dirty="0"/>
              <a:t> 1등: </a:t>
            </a:r>
            <a:r>
              <a:rPr sz="1400" dirty="0" err="1"/>
              <a:t>groupby</a:t>
            </a:r>
            <a:r>
              <a:rPr sz="1400" dirty="0"/>
              <a:t>('model').head(1)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→ experiment_best.csv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 err="1"/>
              <a:t>막대</a:t>
            </a:r>
            <a:r>
              <a:rPr sz="1400" dirty="0"/>
              <a:t> </a:t>
            </a:r>
            <a:r>
              <a:rPr sz="1400" dirty="0" err="1"/>
              <a:t>그래프</a:t>
            </a:r>
            <a:r>
              <a:rPr sz="1400" dirty="0"/>
              <a:t> — </a:t>
            </a:r>
            <a:r>
              <a:rPr sz="1400" dirty="0" err="1"/>
              <a:t>모델별</a:t>
            </a:r>
            <a:r>
              <a:rPr sz="1400" dirty="0"/>
              <a:t> Best CV </a:t>
            </a:r>
            <a:r>
              <a:rPr sz="1400" dirty="0" err="1"/>
              <a:t>비교</a:t>
            </a:r>
            <a:endParaRPr sz="1400" dirty="0"/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Learning curve — k vs CV (</a:t>
            </a:r>
            <a:r>
              <a:rPr sz="1400" dirty="0" err="1"/>
              <a:t>모델별</a:t>
            </a:r>
            <a:r>
              <a:rPr sz="1400" dirty="0"/>
              <a:t>)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k </a:t>
            </a:r>
            <a:r>
              <a:rPr sz="1400" dirty="0" err="1"/>
              <a:t>너무</a:t>
            </a:r>
            <a:r>
              <a:rPr sz="1400" dirty="0"/>
              <a:t> </a:t>
            </a:r>
            <a:r>
              <a:rPr sz="1400" dirty="0" err="1"/>
              <a:t>작음</a:t>
            </a:r>
            <a:r>
              <a:rPr sz="1400" dirty="0"/>
              <a:t> → underfitting</a:t>
            </a:r>
          </a:p>
          <a:p>
            <a:pPr marL="228600" indent="-228600">
              <a:spcAft>
                <a:spcPts val="500"/>
              </a:spcAft>
              <a:defRPr sz="1100">
                <a:solidFill>
                  <a:srgbClr val="FFFFFF"/>
                </a:solidFill>
                <a:latin typeface="Malgun Gothic"/>
              </a:defRPr>
            </a:pPr>
            <a:r>
              <a:rPr sz="1400" dirty="0"/>
              <a:t>k </a:t>
            </a:r>
            <a:r>
              <a:rPr sz="1400" dirty="0" err="1"/>
              <a:t>너무</a:t>
            </a:r>
            <a:r>
              <a:rPr sz="1400" dirty="0"/>
              <a:t> 큼 → overfitting (</a:t>
            </a:r>
            <a:r>
              <a:rPr sz="1400" dirty="0" err="1"/>
              <a:t>노이즈</a:t>
            </a:r>
            <a:r>
              <a:rPr sz="1400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15/24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w10-1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Tree 기반 모델 + 앙상블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Decision Tree → Random Forest (bagging) → XGBoost (boosting)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11948"/>
              </p:ext>
            </p:extLst>
          </p:nvPr>
        </p:nvGraphicFramePr>
        <p:xfrm>
          <a:off x="502920" y="1325880"/>
          <a:ext cx="8183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 dirty="0" err="1"/>
                        <a:t>모델</a:t>
                      </a:r>
                      <a:endParaRPr sz="1400" dirty="0"/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 dirty="0" err="1"/>
                        <a:t>방식</a:t>
                      </a:r>
                      <a:endParaRPr sz="1400" dirty="0"/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트리 구조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표준화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400"/>
                        <a:t>특징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Decision Tree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단일 트리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 dirty="0"/>
                        <a:t>yes/no </a:t>
                      </a:r>
                      <a:r>
                        <a:rPr sz="1100" dirty="0" err="1"/>
                        <a:t>분기</a:t>
                      </a:r>
                      <a:endParaRPr sz="1100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 dirty="0"/>
                        <a:t>❌ </a:t>
                      </a:r>
                      <a:r>
                        <a:rPr sz="1100" dirty="0" err="1"/>
                        <a:t>불필요</a:t>
                      </a:r>
                      <a:endParaRPr sz="1100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쉬움 / 데이터에 민감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Random Forest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Bagging (병렬)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큰 트리 N개 다수결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❌ 불필요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 dirty="0" err="1"/>
                        <a:t>안정적</a:t>
                      </a:r>
                      <a:r>
                        <a:rPr sz="1100" dirty="0"/>
                        <a:t> / variance↓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XGBoost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Boosting (순차)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작은 트리 N개 합산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/>
                        <a:t>❌ 불필요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sz="1100" dirty="0" err="1"/>
                        <a:t>강력</a:t>
                      </a:r>
                      <a:r>
                        <a:rPr sz="1100" dirty="0"/>
                        <a:t> / bias↓ / </a:t>
                      </a:r>
                      <a:r>
                        <a:rPr sz="1100" dirty="0" err="1"/>
                        <a:t>튜닝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까다로움</a:t>
                      </a:r>
                      <a:endParaRPr sz="1100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611880"/>
            <a:ext cx="4069080" cy="118872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Malgun Gothic"/>
              </a:defRPr>
            </a:pPr>
            <a:r>
              <a:t>🌲 Bagging (Random 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703320" cy="37548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Malgun Gothic"/>
              </a:defRPr>
            </a:pPr>
            <a:r>
              <a:rPr sz="1100" dirty="0" err="1"/>
              <a:t>데이터를</a:t>
            </a:r>
            <a:r>
              <a:rPr sz="1100" dirty="0"/>
              <a:t> </a:t>
            </a:r>
            <a:r>
              <a:rPr sz="1100" dirty="0" err="1"/>
              <a:t>무작위</a:t>
            </a:r>
            <a:r>
              <a:rPr sz="1100" dirty="0"/>
              <a:t> </a:t>
            </a:r>
            <a:r>
              <a:rPr sz="1100" dirty="0" err="1"/>
              <a:t>샘플링</a:t>
            </a:r>
            <a:r>
              <a:rPr sz="1100" dirty="0"/>
              <a:t> → </a:t>
            </a:r>
            <a:r>
              <a:rPr sz="1100" dirty="0" err="1"/>
              <a:t>트리들</a:t>
            </a:r>
            <a:r>
              <a:rPr sz="1100" dirty="0"/>
              <a:t> </a:t>
            </a:r>
            <a:r>
              <a:rPr sz="1100" dirty="0" err="1"/>
              <a:t>독립</a:t>
            </a:r>
            <a:r>
              <a:rPr sz="1100" dirty="0"/>
              <a:t> </a:t>
            </a:r>
            <a:r>
              <a:rPr sz="1100" dirty="0" err="1"/>
              <a:t>학습</a:t>
            </a:r>
            <a:br>
              <a:rPr sz="1100" dirty="0"/>
            </a:br>
            <a:r>
              <a:rPr sz="1100" dirty="0"/>
              <a:t>→ </a:t>
            </a:r>
            <a:r>
              <a:rPr sz="1100" dirty="0" err="1"/>
              <a:t>다수결</a:t>
            </a:r>
            <a:r>
              <a:rPr sz="1100" dirty="0"/>
              <a:t>. </a:t>
            </a:r>
            <a:r>
              <a:rPr sz="1100" dirty="0" err="1"/>
              <a:t>variance를</a:t>
            </a:r>
            <a:r>
              <a:rPr sz="1100" dirty="0"/>
              <a:t> </a:t>
            </a:r>
            <a:r>
              <a:rPr sz="1100" dirty="0" err="1"/>
              <a:t>평균으로</a:t>
            </a:r>
            <a:r>
              <a:rPr sz="1100" dirty="0"/>
              <a:t> </a:t>
            </a:r>
            <a:r>
              <a:rPr sz="1100" dirty="0" err="1"/>
              <a:t>줄임</a:t>
            </a:r>
            <a:r>
              <a:rPr sz="11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611880"/>
            <a:ext cx="4023360" cy="118872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Malgun Gothic"/>
              </a:defRPr>
            </a:pPr>
            <a:r>
              <a:t>🚀 Boosting (XGBoost)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23360"/>
            <a:ext cx="3657600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Malgun Gothic"/>
              </a:defRPr>
            </a:pPr>
            <a:r>
              <a:rPr sz="1050" dirty="0" err="1"/>
              <a:t>트리</a:t>
            </a:r>
            <a:r>
              <a:rPr sz="1050" dirty="0"/>
              <a:t> </a:t>
            </a:r>
            <a:r>
              <a:rPr sz="1050" dirty="0" err="1"/>
              <a:t>순차</a:t>
            </a:r>
            <a:r>
              <a:rPr sz="1050" dirty="0"/>
              <a:t> </a:t>
            </a:r>
            <a:r>
              <a:rPr sz="1050" dirty="0" err="1"/>
              <a:t>학습</a:t>
            </a:r>
            <a:r>
              <a:rPr sz="1050" dirty="0"/>
              <a:t> → </a:t>
            </a:r>
            <a:r>
              <a:rPr sz="1050" dirty="0" err="1"/>
              <a:t>다음</a:t>
            </a:r>
            <a:r>
              <a:rPr sz="1050" dirty="0"/>
              <a:t> </a:t>
            </a:r>
            <a:r>
              <a:rPr sz="1050" dirty="0" err="1"/>
              <a:t>트리는</a:t>
            </a:r>
            <a:r>
              <a:rPr sz="1050" dirty="0"/>
              <a:t> </a:t>
            </a:r>
            <a:r>
              <a:rPr sz="1050" dirty="0" err="1"/>
              <a:t>이전</a:t>
            </a:r>
            <a:r>
              <a:rPr sz="1050" dirty="0"/>
              <a:t> </a:t>
            </a:r>
            <a:r>
              <a:rPr sz="1050" dirty="0" err="1"/>
              <a:t>트리의</a:t>
            </a:r>
            <a:br>
              <a:rPr sz="1050" dirty="0"/>
            </a:br>
            <a:r>
              <a:rPr sz="1050" dirty="0" err="1"/>
              <a:t>실수만</a:t>
            </a:r>
            <a:r>
              <a:rPr sz="1050" dirty="0"/>
              <a:t> </a:t>
            </a:r>
            <a:r>
              <a:rPr sz="1050" dirty="0" err="1"/>
              <a:t>보완</a:t>
            </a:r>
            <a:r>
              <a:rPr sz="1050" dirty="0"/>
              <a:t>. </a:t>
            </a:r>
            <a:r>
              <a:rPr sz="1050" dirty="0" err="1"/>
              <a:t>bias를</a:t>
            </a:r>
            <a:r>
              <a:rPr sz="1050" dirty="0"/>
              <a:t> </a:t>
            </a:r>
            <a:r>
              <a:rPr sz="1050" dirty="0" err="1"/>
              <a:t>끝까지</a:t>
            </a:r>
            <a:r>
              <a:rPr sz="1050" dirty="0"/>
              <a:t> </a:t>
            </a:r>
            <a:r>
              <a:rPr sz="1050" dirty="0" err="1"/>
              <a:t>줄임</a:t>
            </a:r>
            <a:r>
              <a:rPr sz="1050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16/24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STEP w4-1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lang="ko-KR" altLang="en-US"/>
              <a:t>모델 검증</a:t>
            </a:r>
            <a:r>
              <a:rPr lang="en-US" altLang="ko-KR"/>
              <a:t>: Train-Test Split vs Cross Validation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ko-KR" altLang="en-US"/>
              <a:t>학습에 쓰지 않은 데이터로 평가해 일반화 성능을 추정하고 </a:t>
            </a:r>
            <a:r>
              <a:rPr lang="en-US" altLang="ko-KR"/>
              <a:t>overfitting</a:t>
            </a:r>
            <a:r>
              <a:rPr lang="ko-KR" altLang="en-US"/>
              <a:t>을 막는다</a:t>
            </a: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57945"/>
              </p:ext>
            </p:extLst>
          </p:nvPr>
        </p:nvGraphicFramePr>
        <p:xfrm>
          <a:off x="502920" y="1325880"/>
          <a:ext cx="825436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7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7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400" dirty="0"/>
                        <a:t>검증 방법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400" dirty="0"/>
                        <a:t>데이터 분할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400" dirty="0"/>
                        <a:t>학습 횟수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400" dirty="0"/>
                        <a:t>주 용도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400" dirty="0"/>
                        <a:t>한계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Hold-out (Train-Test Split)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한 번 분할 (예: 80/20)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1회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빠른 baseline 확인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분할 운에 따라 성능 변동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K-Fold Cross Validation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K등분 후 K번 회전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K회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일반화 성능의 안정적 추정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학습 비용 K배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Stratified K-Fold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라벨 비율 유지하며 K등분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K회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클래스 불균형(0/1) 데이터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1100" dirty="0"/>
                        <a:t>CV 비용 + 구현 주의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3611880"/>
            <a:ext cx="4069080" cy="118872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Malgun Gothic"/>
              </a:defRPr>
            </a:pPr>
            <a:r>
              <a:rPr lang="ko-KR" altLang="en-US"/>
              <a:t>왜 검증을 하는가</a:t>
            </a:r>
            <a:r>
              <a:rPr lang="en-US" altLang="ko-KR"/>
              <a:t>?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370332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Malgun Gothic"/>
              </a:defRPr>
            </a:pPr>
            <a:r>
              <a:rPr lang="ko-KR" altLang="en-US" sz="1200" dirty="0"/>
              <a:t>모델 개발의 목표는 학습 데이터 점수가 아니라 처음 보는 데이터에서의 일반화 성능</a:t>
            </a:r>
            <a:r>
              <a:rPr lang="en-US" altLang="ko-KR" sz="1200" dirty="0"/>
              <a:t>. </a:t>
            </a:r>
            <a:r>
              <a:rPr lang="ko-KR" altLang="en-US" sz="1200" dirty="0"/>
              <a:t>학습 데이터에만 잘 맞으면 </a:t>
            </a:r>
            <a:r>
              <a:rPr lang="en-US" altLang="ko-KR" sz="1200" dirty="0"/>
              <a:t>overfitting — </a:t>
            </a:r>
            <a:r>
              <a:rPr lang="ko-KR" altLang="en-US" sz="1200" dirty="0"/>
              <a:t>실전 성능은 낮아진다</a:t>
            </a:r>
            <a:r>
              <a:rPr lang="en-US" altLang="ko-KR" sz="1200" dirty="0"/>
              <a:t>.</a:t>
            </a:r>
            <a:endParaRPr sz="1200" dirty="0"/>
          </a:p>
        </p:txBody>
      </p:sp>
      <p:sp>
        <p:nvSpPr>
          <p:cNvPr id="11" name="Rounded Rectangle 10"/>
          <p:cNvSpPr/>
          <p:nvPr/>
        </p:nvSpPr>
        <p:spPr>
          <a:xfrm>
            <a:off x="4663440" y="3611880"/>
            <a:ext cx="4023360" cy="118872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Malgun Gothic"/>
              </a:defRPr>
            </a:pPr>
            <a:r>
              <a:rPr lang="ko-KR" altLang="en-US"/>
              <a:t>언제 무엇을 쓰는가</a:t>
            </a:r>
            <a:r>
              <a:rPr lang="en-US" altLang="ko-KR"/>
              <a:t>?</a:t>
            </a: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4023360"/>
            <a:ext cx="3657600" cy="59093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Malgun Gothic"/>
              </a:defRPr>
            </a:pPr>
            <a:r>
              <a:rPr lang="ko-KR" altLang="en-US" sz="1200" dirty="0"/>
              <a:t>데이터가 충분하면 </a:t>
            </a:r>
            <a:r>
              <a:rPr lang="en-US" altLang="ko-KR" sz="1200" dirty="0"/>
              <a:t>train-test split</a:t>
            </a:r>
            <a:r>
              <a:rPr lang="ko-KR" altLang="en-US" sz="1200" dirty="0"/>
              <a:t>으로 빠르게</a:t>
            </a:r>
            <a:r>
              <a:rPr lang="en-US" altLang="ko-KR" sz="1200" dirty="0"/>
              <a:t>. </a:t>
            </a:r>
            <a:r>
              <a:rPr lang="ko-KR" altLang="en-US" sz="1200" dirty="0"/>
              <a:t>데이터가 적거나 신뢰도 높은 추정이 필요하면 </a:t>
            </a:r>
            <a:r>
              <a:rPr lang="en-US" altLang="ko-KR" sz="1200" dirty="0"/>
              <a:t>K-Fold CV</a:t>
            </a:r>
            <a:r>
              <a:rPr lang="ko-KR" altLang="en-US" sz="1200" dirty="0"/>
              <a:t>로 평균</a:t>
            </a:r>
            <a:r>
              <a:rPr lang="en-US" altLang="ko-KR" sz="1200" dirty="0"/>
              <a:t>±</a:t>
            </a:r>
            <a:r>
              <a:rPr lang="ko-KR" altLang="en-US" sz="1200" dirty="0"/>
              <a:t>표준편차까지 보고</a:t>
            </a:r>
            <a:r>
              <a:rPr lang="en-US" altLang="ko-KR" sz="1200" dirty="0"/>
              <a:t>.</a:t>
            </a:r>
            <a:endParaRPr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17/24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42862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STEP w4-2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lang="ko-KR" altLang="en-US"/>
              <a:t>모델 검증 지표</a:t>
            </a:r>
            <a:r>
              <a:rPr lang="en-US" altLang="ko-KR"/>
              <a:t>: Regression vs Classification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 dirty="0"/>
              <a:t>task</a:t>
            </a:r>
            <a:r>
              <a:rPr lang="ko-KR" altLang="en-US" dirty="0"/>
              <a:t>에 따라 모델 성능 평가 지표</a:t>
            </a:r>
            <a:r>
              <a:rPr lang="en-US" altLang="ko-KR" dirty="0"/>
              <a:t>(metric)</a:t>
            </a:r>
            <a:r>
              <a:rPr lang="ko-KR" altLang="en-US" dirty="0"/>
              <a:t>가 달라짐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838327"/>
              </p:ext>
            </p:extLst>
          </p:nvPr>
        </p:nvGraphicFramePr>
        <p:xfrm>
          <a:off x="502920" y="1244600"/>
          <a:ext cx="8255954" cy="371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9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8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Task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지표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무엇을 측정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범위 / 좋음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ko-KR" altLang="en-US" dirty="0"/>
                        <a:t>비고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Regression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변동의 몇 %를 모델이 설명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(−∞, 1] / 1에 가까울수록 좋음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ko-KR" altLang="en-US" dirty="0"/>
                        <a:t>테스트</a:t>
                      </a:r>
                      <a:r>
                        <a:rPr lang="en-US" altLang="ko-KR" dirty="0"/>
                        <a:t> set </a:t>
                      </a:r>
                      <a:r>
                        <a:rPr lang="ko-KR" altLang="en-US" dirty="0"/>
                        <a:t>예측 결과 </a:t>
                      </a:r>
                      <a:r>
                        <a:rPr lang="en-US" altLang="ko-KR" dirty="0"/>
                        <a:t>0.6 </a:t>
                      </a:r>
                      <a:r>
                        <a:rPr lang="ko-KR" altLang="en-US" dirty="0"/>
                        <a:t>이상</a:t>
                      </a:r>
                      <a:endParaRPr lang="en-US" altLang="ko-KR" dirty="0"/>
                    </a:p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Cross-validation</a:t>
                      </a:r>
                      <a:r>
                        <a:rPr lang="ko-KR" altLang="en-US" dirty="0"/>
                        <a:t> 결과 </a:t>
                      </a:r>
                      <a:r>
                        <a:rPr lang="en-US" altLang="ko-KR" dirty="0"/>
                        <a:t>0.5 </a:t>
                      </a:r>
                      <a:r>
                        <a:rPr lang="ko-KR" altLang="en-US" dirty="0"/>
                        <a:t>이상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Regression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예측-실제 오차의 제곱평균근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[0, ∞) / 작을수록 좋음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ko-KR" altLang="en-US" dirty="0"/>
                        <a:t>모델 간 상대 비교 목적으로 사용 </a:t>
                      </a:r>
                      <a:r>
                        <a:rPr lang="en-US" altLang="ko-KR" dirty="0"/>
                        <a:t>(endpoint scale</a:t>
                      </a:r>
                      <a:r>
                        <a:rPr lang="ko-KR" altLang="en-US" dirty="0"/>
                        <a:t>이 커지면 </a:t>
                      </a:r>
                      <a:r>
                        <a:rPr lang="en-US" altLang="ko-KR" dirty="0"/>
                        <a:t>RMSE</a:t>
                      </a:r>
                      <a:r>
                        <a:rPr lang="ko-KR" altLang="en-US" dirty="0"/>
                        <a:t>값도 같이 커짐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Regression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Normalized RMSE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RMSE를 (max − min)으로 나눔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[0, 1] / 작을수록 좋음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10% </a:t>
                      </a:r>
                      <a:r>
                        <a:rPr lang="ko-KR" altLang="en-US" dirty="0"/>
                        <a:t>미만이면 성능이 높은 것</a:t>
                      </a:r>
                      <a:r>
                        <a:rPr lang="en-US" altLang="ko-KR" dirty="0"/>
                        <a:t>.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Regression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Spearman ρ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예측·실제의 순위 상관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[−1, 1] / 1에 가까울수록 좋음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ko-KR" altLang="en-US" dirty="0"/>
                        <a:t>대부분의 예측 모델은 물질의 우선순위 결정에 사용</a:t>
                      </a:r>
                      <a:r>
                        <a:rPr lang="en-US" altLang="ko-KR" dirty="0"/>
                        <a:t>. 0.6</a:t>
                      </a:r>
                      <a:r>
                        <a:rPr lang="ko-KR" altLang="en-US" dirty="0"/>
                        <a:t>이상이면 </a:t>
                      </a:r>
                      <a:r>
                        <a:rPr lang="ko-KR" altLang="en-US" dirty="0" err="1"/>
                        <a:t>스크리닝에</a:t>
                      </a:r>
                      <a:r>
                        <a:rPr lang="ko-KR" altLang="en-US" dirty="0"/>
                        <a:t> 적용 가능</a:t>
                      </a:r>
                      <a:r>
                        <a:rPr lang="en-US" altLang="ko-KR" dirty="0"/>
                        <a:t>.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80799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Accuracy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전체 중 맞춘 비율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[0, 1] / 클수록 좋음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80% </a:t>
                      </a:r>
                      <a:r>
                        <a:rPr lang="ko-KR" altLang="en-US" dirty="0"/>
                        <a:t>이상이면 좋은 모델</a:t>
                      </a:r>
                      <a:r>
                        <a:rPr lang="en-US" altLang="ko-KR" dirty="0"/>
                        <a:t>. (</a:t>
                      </a:r>
                      <a:r>
                        <a:rPr lang="ko-KR" altLang="en-US" dirty="0"/>
                        <a:t>라벨 불균형인 경우는 다른 성능 지표 함께 확인 필수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53565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Sensitivity (Recall)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실제 양성 중 맞춘 비율 TP/(TP+FN)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[0, 1] / 클수록 좋음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 err="1"/>
                        <a:t>양성</a:t>
                      </a:r>
                      <a:r>
                        <a:rPr lang="en-US" dirty="0"/>
                        <a:t> </a:t>
                      </a:r>
                      <a:r>
                        <a:rPr lang="ko-KR" altLang="en-US" dirty="0"/>
                        <a:t>예측을 틀리면 안되는 경우</a:t>
                      </a:r>
                      <a:r>
                        <a:rPr lang="en-US" dirty="0"/>
                        <a:t> 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독성 물질 찾아내는 것이 목적인 경우</a:t>
                      </a:r>
                      <a:r>
                        <a:rPr lang="en-US" dirty="0"/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8187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Specificity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실제 음성 중 맞춘 비율 TN/(TN+FP)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[0, 1] / 클수록 좋음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 err="1"/>
                        <a:t>Senstivity</a:t>
                      </a:r>
                      <a:r>
                        <a:rPr lang="ko-KR" altLang="en-US" dirty="0"/>
                        <a:t>와 </a:t>
                      </a:r>
                      <a:r>
                        <a:rPr lang="en-US" altLang="ko-KR" dirty="0"/>
                        <a:t>specificity</a:t>
                      </a:r>
                      <a:r>
                        <a:rPr lang="ko-KR" altLang="en-US" dirty="0"/>
                        <a:t>의 차이가 크지 않은 것이 중요</a:t>
                      </a:r>
                      <a:r>
                        <a:rPr lang="en-US" altLang="ko-KR" dirty="0"/>
                        <a:t>. 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75297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Confusion Matrix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TP·FP·TN·FN 4분면 표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절대값 — 단일 점수 아님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ko-KR" altLang="en-US" dirty="0"/>
                        <a:t>모든 성능 지표를 계산할 수 있는 결과</a:t>
                      </a:r>
                      <a:r>
                        <a:rPr lang="en-US" altLang="ko-KR" dirty="0"/>
                        <a:t>.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1577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ROC-AUC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임계값 전 구간의 분류 성능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[0, 1] / 0.5는 random, 1이 완벽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ko-KR" altLang="en-US" dirty="0"/>
                        <a:t>분류 모델의 예측 </a:t>
                      </a:r>
                      <a:r>
                        <a:rPr lang="en-US" altLang="ko-KR" dirty="0"/>
                        <a:t>probability </a:t>
                      </a:r>
                      <a:r>
                        <a:rPr lang="ko-KR" altLang="en-US" dirty="0"/>
                        <a:t>값 </a:t>
                      </a:r>
                      <a:r>
                        <a:rPr lang="en-US" altLang="ko-KR" dirty="0"/>
                        <a:t>(0~1)</a:t>
                      </a:r>
                      <a:r>
                        <a:rPr lang="ko-KR" altLang="en-US" dirty="0"/>
                        <a:t>이 명확하게 구분되는지 확인</a:t>
                      </a:r>
                      <a:r>
                        <a:rPr lang="en-US" altLang="ko-KR" dirty="0"/>
                        <a:t>. (prob 0.4~0.6</a:t>
                      </a:r>
                      <a:r>
                        <a:rPr lang="ko-KR" altLang="en-US" dirty="0"/>
                        <a:t>으로 애매한 경우 </a:t>
                      </a:r>
                      <a:r>
                        <a:rPr lang="en-US" altLang="ko-KR" dirty="0"/>
                        <a:t>AUC </a:t>
                      </a:r>
                      <a:r>
                        <a:rPr lang="ko-KR" altLang="en-US" dirty="0"/>
                        <a:t>값이 낮게 평가됨</a:t>
                      </a:r>
                      <a:r>
                        <a:rPr lang="en-US" altLang="ko-KR" dirty="0"/>
                        <a:t>)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767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Classification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MCC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TP·TN·FP·FN을 모두 반영한 상관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[−1, 1] / 1이 완벽, 0이 random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ko-KR" altLang="en-US" dirty="0"/>
                        <a:t>라벨이 </a:t>
                      </a:r>
                      <a:r>
                        <a:rPr lang="en-US" dirty="0" err="1"/>
                        <a:t>불균형</a:t>
                      </a:r>
                      <a:r>
                        <a:rPr lang="ko-KR" altLang="en-US" dirty="0"/>
                        <a:t>한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데이터</a:t>
                      </a:r>
                      <a:r>
                        <a:rPr lang="ko-KR" altLang="en-US" dirty="0"/>
                        <a:t>의</a:t>
                      </a:r>
                      <a:r>
                        <a:rPr lang="en-US" dirty="0"/>
                        <a:t> </a:t>
                      </a:r>
                      <a:r>
                        <a:rPr lang="ko-KR" altLang="en-US" dirty="0"/>
                        <a:t>성능 파악하기 위해 사용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11797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18/24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1735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STEP w4-3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lang="en-US" altLang="ko-KR"/>
              <a:t>ML </a:t>
            </a:r>
            <a:r>
              <a:rPr lang="ko-KR" altLang="en-US"/>
              <a:t>모델 디버깅</a:t>
            </a:r>
            <a:r>
              <a:rPr lang="en-US" altLang="ko-KR"/>
              <a:t>: Underfitting vs Overfitting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984076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ko-KR" altLang="en-US" dirty="0"/>
              <a:t>모델 개발의 핵심은 일반화 </a:t>
            </a:r>
            <a:r>
              <a:rPr lang="en-US" altLang="ko-KR" dirty="0"/>
              <a:t>— </a:t>
            </a:r>
            <a:r>
              <a:rPr lang="en-US" altLang="ko-KR" dirty="0" err="1"/>
              <a:t>train↔validation</a:t>
            </a:r>
            <a:r>
              <a:rPr lang="en-US" altLang="ko-KR" dirty="0"/>
              <a:t> </a:t>
            </a:r>
            <a:r>
              <a:rPr lang="ko-KR" altLang="en-US" dirty="0"/>
              <a:t>갭을 보고 다음 처방을 정한다 </a:t>
            </a:r>
            <a:r>
              <a:rPr lang="en-US" altLang="ko-KR" dirty="0"/>
              <a:t>(</a:t>
            </a:r>
            <a:r>
              <a:rPr lang="ko-KR" altLang="en-US" dirty="0"/>
              <a:t>어떤 실험을 해야 할지 판단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91827"/>
              </p:ext>
            </p:extLst>
          </p:nvPr>
        </p:nvGraphicFramePr>
        <p:xfrm>
          <a:off x="502920" y="1244600"/>
          <a:ext cx="8183879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12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진단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Train 성능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Validation 성능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의미 — 무엇이 문제인가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처방 — 무엇을 바꾸나</a:t>
                      </a:r>
                    </a:p>
                  </a:txBody>
                  <a:tcPr marL="54864" marR="54864" marT="27432" marB="27432" anchor="ctr">
                    <a:solidFill>
                      <a:srgbClr val="D96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✅ 적합 (Good fit)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높음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높음 (train과 비슷)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데이터·feature·모델이 균형. 일반화 성공.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현 모델 채택. 추가 검증·테스트셋 평가.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 rowSpan="3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⚠ Underfitting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낮음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낮음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Train 전체에서도 성능 안 나옴 — 모델이 패턴을 못 잡거나 정보 자체가 부족.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① 데이터 더 모으기  ② feature 개선·추가  ③ 더 강한 모델로 교체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데이터가 너무 적거나 라벨 노이즈가 큼.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샘플 수 늘리기 / 라벨 정제 / 클래스 불균형 보정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현재 feature가 target을 설명하지 못함.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Descriptor 추가, 도메인 feature 설계, fingerprint·임베딩 도입</a:t>
                      </a:r>
                    </a:p>
                  </a:txBody>
                  <a:tcPr marL="54864" marR="54864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807998"/>
                  </a:ext>
                </a:extLst>
              </a:tr>
              <a:tr h="5334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⚠ Overfitting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높음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낮음 (train↔val 큰 갭)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Train만 외움 — 일반화 실패. 모델 복잡도가 데이터에 비해 큼.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① feature 조합 다양화  ② 알고리즘·하이퍼파라미터 변경  ③ regularization (L1/2) </a:t>
                      </a:r>
                      <a:r>
                        <a:rPr lang="ko-KR" altLang="en-US" dirty="0"/>
                        <a:t>적용</a:t>
                      </a: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535655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endParaRPr lang="en-US" dirty="0"/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feature·하이퍼파라미터 탐색 부족.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dirty="0"/>
                        <a:t>feature 변경/추가 → 알고리즘 교체 → C·max_depth·alpha 등 GridSearch / Optuna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8187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19/24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4188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w10-2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최종 산출물 — 모델 저장 + 새 분자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joblib.dump → 다른 사람이 그대로 사용 가능한 .joblib 파일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8183879" cy="50292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79095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🎯 학기 전체의 최종 결과물 — model_*.joblib 파일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4069080" cy="28346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703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1F3A68"/>
                </a:solidFill>
                <a:latin typeface="Malgun Gothic"/>
              </a:defRPr>
            </a:pPr>
            <a:r>
              <a:t>저장 — 3가지 한꺼번에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3703320" cy="13911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000" b="0">
                <a:solidFill>
                  <a:srgbClr val="212121"/>
                </a:solidFill>
                <a:latin typeface="Consolas"/>
              </a:defRPr>
            </a:pPr>
            <a:r>
              <a:rPr sz="1100" dirty="0"/>
              <a:t>import </a:t>
            </a:r>
            <a:r>
              <a:rPr sz="1100" dirty="0" err="1"/>
              <a:t>joblib</a:t>
            </a:r>
            <a:br>
              <a:rPr sz="1100" dirty="0"/>
            </a:br>
            <a:br>
              <a:rPr sz="1100" dirty="0"/>
            </a:br>
            <a:r>
              <a:rPr sz="1100" dirty="0"/>
              <a:t>saved = {</a:t>
            </a:r>
            <a:br>
              <a:rPr sz="1100" dirty="0"/>
            </a:br>
            <a:r>
              <a:rPr sz="1100" dirty="0"/>
              <a:t>  'features': list(cols),</a:t>
            </a:r>
            <a:br>
              <a:rPr sz="1100" dirty="0"/>
            </a:br>
            <a:r>
              <a:rPr sz="1100" dirty="0"/>
              <a:t>  'scaler':   scaler,    # LR/MLP/SVM</a:t>
            </a:r>
            <a:br>
              <a:rPr sz="1100" dirty="0"/>
            </a:br>
            <a:r>
              <a:rPr sz="1100" dirty="0"/>
              <a:t>  'model':    </a:t>
            </a:r>
            <a:r>
              <a:rPr sz="1100" dirty="0" err="1"/>
              <a:t>clf</a:t>
            </a:r>
            <a:r>
              <a:rPr sz="1100" dirty="0"/>
              <a:t>,</a:t>
            </a:r>
            <a:br>
              <a:rPr sz="1100" dirty="0"/>
            </a:br>
            <a:r>
              <a:rPr sz="1100" dirty="0"/>
              <a:t>}</a:t>
            </a:r>
            <a:br>
              <a:rPr sz="1100" dirty="0"/>
            </a:br>
            <a:r>
              <a:rPr sz="1100" dirty="0" err="1"/>
              <a:t>joblib.dump</a:t>
            </a:r>
            <a:r>
              <a:rPr sz="1100" dirty="0"/>
              <a:t>(saved,'</a:t>
            </a:r>
            <a:r>
              <a:rPr sz="1100" dirty="0" err="1"/>
              <a:t>model_logreg.joblib</a:t>
            </a:r>
            <a:r>
              <a:rPr sz="1100" dirty="0"/>
              <a:t>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920240"/>
            <a:ext cx="4023360" cy="2834640"/>
          </a:xfrm>
          <a:prstGeom prst="round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새 분자 예측 — 3단계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31720"/>
            <a:ext cx="3657600" cy="122187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Consolas"/>
              </a:defRPr>
            </a:pPr>
            <a:r>
              <a:rPr sz="1100" dirty="0"/>
              <a:t>loaded = </a:t>
            </a:r>
            <a:r>
              <a:rPr sz="1100" dirty="0" err="1"/>
              <a:t>joblib.load</a:t>
            </a:r>
            <a:r>
              <a:rPr sz="1100" dirty="0"/>
              <a:t>('</a:t>
            </a:r>
            <a:r>
              <a:rPr sz="1100" dirty="0" err="1"/>
              <a:t>model_logreg.joblib</a:t>
            </a:r>
            <a:r>
              <a:rPr sz="1100" dirty="0"/>
              <a:t>')</a:t>
            </a:r>
            <a:br>
              <a:rPr sz="1100" dirty="0"/>
            </a:br>
            <a:r>
              <a:rPr sz="1100" dirty="0" err="1"/>
              <a:t>new_X</a:t>
            </a:r>
            <a:r>
              <a:rPr sz="1100" dirty="0"/>
              <a:t>[features]                # 1) </a:t>
            </a:r>
            <a:r>
              <a:rPr sz="1100" dirty="0" err="1"/>
              <a:t>같은</a:t>
            </a:r>
            <a:r>
              <a:rPr sz="1100" dirty="0"/>
              <a:t> </a:t>
            </a:r>
            <a:r>
              <a:rPr sz="1100" dirty="0" err="1"/>
              <a:t>컬럼</a:t>
            </a:r>
            <a:br>
              <a:rPr sz="1100" dirty="0"/>
            </a:br>
            <a:r>
              <a:rPr sz="1100" dirty="0" err="1"/>
              <a:t>scaler.transform</a:t>
            </a:r>
            <a:r>
              <a:rPr sz="1100" dirty="0"/>
              <a:t>(</a:t>
            </a:r>
            <a:r>
              <a:rPr sz="1100" dirty="0" err="1"/>
              <a:t>new_X</a:t>
            </a:r>
            <a:r>
              <a:rPr sz="1100" dirty="0"/>
              <a:t>[features])  # 2) </a:t>
            </a:r>
            <a:r>
              <a:rPr lang="ko-KR" altLang="en-US" sz="1100" dirty="0"/>
              <a:t>주의</a:t>
            </a:r>
            <a:r>
              <a:rPr lang="en-US" altLang="ko-KR" sz="1100" dirty="0"/>
              <a:t>!</a:t>
            </a:r>
            <a:br>
              <a:rPr sz="1100" dirty="0"/>
            </a:br>
            <a:r>
              <a:rPr lang="en-US" sz="1100" dirty="0" err="1"/>
              <a:t>M</a:t>
            </a:r>
            <a:r>
              <a:rPr sz="1100" dirty="0" err="1"/>
              <a:t>odel.predict</a:t>
            </a:r>
            <a:r>
              <a:rPr sz="1100" dirty="0"/>
              <a:t>(</a:t>
            </a:r>
            <a:r>
              <a:rPr lang="en-US" altLang="ko-KR" sz="1100" dirty="0"/>
              <a:t>…</a:t>
            </a:r>
            <a:r>
              <a:rPr sz="1100" dirty="0"/>
              <a:t>)             # 3) </a:t>
            </a:r>
            <a:r>
              <a:rPr sz="1100" dirty="0" err="1"/>
              <a:t>예측</a:t>
            </a:r>
            <a:br>
              <a:rPr sz="1100" dirty="0"/>
            </a:br>
            <a:br>
              <a:rPr sz="1100" dirty="0"/>
            </a:br>
            <a:r>
              <a:rPr lang="ko-KR" altLang="en-US" sz="1100" dirty="0"/>
              <a:t>→ 헷갈리면 안됨</a:t>
            </a:r>
            <a:r>
              <a:rPr lang="en-US" altLang="ko-KR" sz="1100" dirty="0"/>
              <a:t>: </a:t>
            </a:r>
            <a:r>
              <a:rPr sz="1100" dirty="0" err="1"/>
              <a:t>scaler.fit_transform</a:t>
            </a:r>
            <a:r>
              <a:rPr sz="1100" dirty="0"/>
              <a:t>(</a:t>
            </a:r>
            <a:r>
              <a:rPr sz="1100" dirty="0" err="1"/>
              <a:t>new_X</a:t>
            </a:r>
            <a:r>
              <a:rPr sz="1100" dirty="0"/>
              <a:t>) </a:t>
            </a:r>
            <a:br>
              <a:rPr sz="1100" dirty="0"/>
            </a:br>
            <a:r>
              <a:rPr sz="1100" dirty="0"/>
              <a:t>→ </a:t>
            </a:r>
            <a:r>
              <a:rPr sz="1100" dirty="0" err="1"/>
              <a:t>학습</a:t>
            </a:r>
            <a:r>
              <a:rPr sz="1100" dirty="0"/>
              <a:t> </a:t>
            </a:r>
            <a:r>
              <a:rPr sz="1100" dirty="0" err="1"/>
              <a:t>때와</a:t>
            </a:r>
            <a:r>
              <a:rPr sz="1100" dirty="0"/>
              <a:t> </a:t>
            </a:r>
            <a:r>
              <a:rPr sz="1100" dirty="0" err="1"/>
              <a:t>다른</a:t>
            </a:r>
            <a:r>
              <a:rPr sz="1100" dirty="0"/>
              <a:t> </a:t>
            </a:r>
            <a:r>
              <a:rPr sz="1100" dirty="0" err="1"/>
              <a:t>평균</a:t>
            </a:r>
            <a:r>
              <a:rPr sz="1100" dirty="0"/>
              <a:t>/</a:t>
            </a:r>
            <a:r>
              <a:rPr sz="1100" dirty="0" err="1"/>
              <a:t>표준편차로</a:t>
            </a:r>
            <a:r>
              <a:rPr sz="1100" dirty="0"/>
              <a:t> </a:t>
            </a:r>
            <a:r>
              <a:rPr sz="1100" dirty="0" err="1"/>
              <a:t>변환됨</a:t>
            </a:r>
            <a:endParaRPr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20/24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STEP w4-2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lang="ko-KR" altLang="en-US"/>
              <a:t>알고리즘별 튜닝 대상 하이퍼파라미터</a:t>
            </a: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ko-KR" altLang="en-US" dirty="0"/>
              <a:t>각 모델에서 어떤 파라미터를 </a:t>
            </a:r>
            <a:r>
              <a:rPr lang="en-US" altLang="ko-KR" dirty="0" err="1"/>
              <a:t>GridSearch</a:t>
            </a:r>
            <a:r>
              <a:rPr lang="ko-KR" altLang="en-US" dirty="0"/>
              <a:t>로 최적화해야 하는가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635976"/>
              </p:ext>
            </p:extLst>
          </p:nvPr>
        </p:nvGraphicFramePr>
        <p:xfrm>
          <a:off x="411481" y="1280160"/>
          <a:ext cx="8595516" cy="325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4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000" dirty="0"/>
                        <a:t>모델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000" dirty="0"/>
                        <a:t>핵심 하이퍼파라미터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000" dirty="0"/>
                        <a:t>보조 하이퍼파라미터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000" dirty="0"/>
                        <a:t>효과 (무엇을 통제)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lang="en-US" sz="1000" dirty="0"/>
                        <a:t>튜닝 우선순위</a:t>
                      </a:r>
                    </a:p>
                  </a:txBody>
                  <a:tcPr marL="45720" marR="45720" marT="27432" marB="27432" anchor="ctr">
                    <a:solidFill>
                      <a:srgbClr val="1F3A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Logistic Regression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C, penalty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solver, max_iter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규제 강도 / L1·L2 선택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C → penalty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MLP (ANN)</a:t>
                      </a:r>
                    </a:p>
                  </a:txBody>
                  <a:tcPr marL="45720" marR="45720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hidden_layer_sizes, alpha, learning_rate_init</a:t>
                      </a:r>
                    </a:p>
                  </a:txBody>
                  <a:tcPr marL="45720" marR="45720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activation, batch_size, max_iter</a:t>
                      </a:r>
                    </a:p>
                  </a:txBody>
                  <a:tcPr marL="45720" marR="45720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모델 용량 / 규제 / 수렴 속도</a:t>
                      </a:r>
                    </a:p>
                  </a:txBody>
                  <a:tcPr marL="45720" marR="45720" marT="27432" marB="27432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구조 → lr → α</a:t>
                      </a:r>
                    </a:p>
                  </a:txBody>
                  <a:tcPr marL="45720" marR="45720" marT="27432" marB="27432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SVM (모든 커널)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C, kernel, gamma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degree (poly), class_weight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마진 폭 / 커널 형태 / 경계 곡률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kernel → C → gamma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Decision Tree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max_depth, min_samples_split, min_samples_leaf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criterion, max_features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트리 복잡도 / 과적합 제어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depth → leaf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Random Forest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n_estimators, max_depth, max_features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min_samples_leaf, bootstrap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앙상블 크기 / 트리 다양성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n_est → depth → max_feat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XGBoost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n_estimators, learning_rate, max_depth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subsample, colsample_bytree, reg_lambda, reg_alpha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부스팅 라운드 / 학습률 / 트리 깊이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12121"/>
                          </a:solidFill>
                          <a:latin typeface="Malgun Gothic"/>
                        </a:defRPr>
                      </a:pPr>
                      <a:r>
                        <a:rPr lang="en-US" sz="900" dirty="0"/>
                        <a:t>lr·n_est → depth → subsample</a:t>
                      </a:r>
                    </a:p>
                  </a:txBody>
                  <a:tcPr marL="45720" marR="45720" marT="27432" marB="27432" anchor="ctr">
                    <a:solidFill>
                      <a:srgbClr val="FBE9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21/24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6835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t>두 파이프라인 통합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t>raw xlsx → preprocessed CSV → trained model.joblib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8183879" cy="3657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909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Pipeline 1 — Data Preparation (w2 ~ w5-1)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280160" cy="7772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400"/>
              <a:t>w2-1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20" y="1737360"/>
            <a:ext cx="1280160" cy="7772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920240" y="1783080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400"/>
              <a:t>w2-2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057400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subset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737360"/>
            <a:ext cx="1280160" cy="7772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3291840" y="1783080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400"/>
              <a:t>w3-1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57400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label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1737360"/>
            <a:ext cx="1280160" cy="7772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4663440" y="1783080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400"/>
              <a:t>w4-1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057400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RDKit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737360"/>
            <a:ext cx="1280160" cy="7772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2" name="TextBox 21"/>
          <p:cNvSpPr txBox="1"/>
          <p:nvPr/>
        </p:nvSpPr>
        <p:spPr>
          <a:xfrm>
            <a:off x="6035040" y="1783080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400"/>
              <a:t>w4-2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057400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Desc/FP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1737360"/>
            <a:ext cx="1280160" cy="7772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7406640" y="1783080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400"/>
              <a:t>w5-1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057400"/>
            <a:ext cx="1188719" cy="3600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standard</a:t>
            </a:r>
            <a:br>
              <a:rPr sz="1050"/>
            </a:br>
            <a:r>
              <a:rPr sz="1050"/>
              <a:t>+ csv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697480"/>
            <a:ext cx="8183879" cy="4572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2827547"/>
            <a:ext cx="790956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📦 skin_irritation_2Ddesc.csv  — (39 </a:t>
            </a:r>
            <a:r>
              <a:rPr dirty="0" err="1"/>
              <a:t>분자</a:t>
            </a:r>
            <a:r>
              <a:rPr dirty="0"/>
              <a:t>, 220 </a:t>
            </a:r>
            <a:r>
              <a:rPr dirty="0" err="1"/>
              <a:t>컬럼</a:t>
            </a:r>
            <a:r>
              <a:rPr dirty="0"/>
              <a:t>: </a:t>
            </a:r>
            <a:r>
              <a:rPr lang="en-US" dirty="0"/>
              <a:t>chemical name, </a:t>
            </a:r>
            <a:r>
              <a:rPr dirty="0"/>
              <a:t>label</a:t>
            </a:r>
            <a:r>
              <a:rPr lang="en-US"/>
              <a:t>, smiles</a:t>
            </a:r>
            <a:r>
              <a:t> </a:t>
            </a:r>
            <a:r>
              <a:rPr dirty="0"/>
              <a:t>+ 217 descriptor)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246120"/>
            <a:ext cx="8183879" cy="365760"/>
          </a:xfrm>
          <a:prstGeom prst="rect">
            <a:avLst/>
          </a:prstGeom>
          <a:solidFill>
            <a:srgbClr val="D9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264408"/>
            <a:ext cx="7909560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Pipeline 2 — Model Training (w5-2 ~ w10-2)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03320"/>
            <a:ext cx="1280160" cy="777240"/>
          </a:xfrm>
          <a:prstGeom prst="roundRect">
            <a:avLst/>
          </a:prstGeom>
          <a:solidFill>
            <a:srgbClr val="FBE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2" name="TextBox 31"/>
          <p:cNvSpPr txBox="1"/>
          <p:nvPr/>
        </p:nvSpPr>
        <p:spPr>
          <a:xfrm>
            <a:off x="548640" y="3749039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D96E2E"/>
                </a:solidFill>
                <a:latin typeface="Calibri"/>
              </a:defRPr>
            </a:pPr>
            <a:r>
              <a:rPr sz="1400"/>
              <a:t>w5-2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023359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학습 개요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20" y="3703320"/>
            <a:ext cx="1280160" cy="777240"/>
          </a:xfrm>
          <a:prstGeom prst="roundRect">
            <a:avLst/>
          </a:prstGeom>
          <a:solidFill>
            <a:srgbClr val="FBE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5" name="TextBox 34"/>
          <p:cNvSpPr txBox="1"/>
          <p:nvPr/>
        </p:nvSpPr>
        <p:spPr>
          <a:xfrm>
            <a:off x="1920240" y="3749039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D96E2E"/>
                </a:solidFill>
                <a:latin typeface="Calibri"/>
              </a:defRPr>
            </a:pPr>
            <a:r>
              <a:rPr sz="1400"/>
              <a:t>w7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023359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ANN/LR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3703320"/>
            <a:ext cx="1280160" cy="777240"/>
          </a:xfrm>
          <a:prstGeom prst="roundRect">
            <a:avLst/>
          </a:prstGeom>
          <a:solidFill>
            <a:srgbClr val="FBE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3291840" y="3749039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D96E2E"/>
                </a:solidFill>
                <a:latin typeface="Calibri"/>
              </a:defRPr>
            </a:pPr>
            <a:r>
              <a:rPr sz="1400"/>
              <a:t>w9-1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023359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FS+grid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17720" y="3703320"/>
            <a:ext cx="1280160" cy="777240"/>
          </a:xfrm>
          <a:prstGeom prst="roundRect">
            <a:avLst/>
          </a:prstGeom>
          <a:solidFill>
            <a:srgbClr val="FBE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1" name="TextBox 40"/>
          <p:cNvSpPr txBox="1"/>
          <p:nvPr/>
        </p:nvSpPr>
        <p:spPr>
          <a:xfrm>
            <a:off x="4663440" y="3749039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D96E2E"/>
                </a:solidFill>
                <a:latin typeface="Calibri"/>
              </a:defRPr>
            </a:pPr>
            <a:r>
              <a:rPr sz="1400"/>
              <a:t>w9-2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023359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summary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89320" y="3703320"/>
            <a:ext cx="1280160" cy="777240"/>
          </a:xfrm>
          <a:prstGeom prst="roundRect">
            <a:avLst/>
          </a:prstGeom>
          <a:solidFill>
            <a:srgbClr val="FBE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4" name="TextBox 43"/>
          <p:cNvSpPr txBox="1"/>
          <p:nvPr/>
        </p:nvSpPr>
        <p:spPr>
          <a:xfrm>
            <a:off x="6035040" y="3749039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D96E2E"/>
                </a:solidFill>
                <a:latin typeface="Calibri"/>
              </a:defRPr>
            </a:pPr>
            <a:r>
              <a:rPr sz="1400"/>
              <a:t>w10-1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023359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Malgun Gothic"/>
              </a:defRPr>
            </a:pPr>
            <a:r>
              <a:rPr sz="1050"/>
              <a:t>Tree/RF/XGB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3703320"/>
            <a:ext cx="1280160" cy="77724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TextBox 46"/>
          <p:cNvSpPr txBox="1"/>
          <p:nvPr/>
        </p:nvSpPr>
        <p:spPr>
          <a:xfrm>
            <a:off x="7406640" y="3749039"/>
            <a:ext cx="1188719" cy="25237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sz="1400"/>
              <a:t>w10-2 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4023359"/>
            <a:ext cx="1188719" cy="19851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rPr sz="1050"/>
              <a:t>.joblib 저장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617720"/>
            <a:ext cx="8183879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defRPr sz="1000" b="1">
                <a:solidFill>
                  <a:srgbClr val="1F3A68"/>
                </a:solidFill>
                <a:latin typeface="Malgun Gothic"/>
              </a:defRPr>
            </a:pPr>
            <a:r>
              <a:t>→ 최종: model_logreg/ann/svm/tree/rf.joblib + model_xgb.json + features_xgb.joblib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22/24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dirty="0"/>
              <a:t>한 </a:t>
            </a:r>
            <a:r>
              <a:rPr dirty="0" err="1"/>
              <a:t>학기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정리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ko-KR" altLang="en-US" dirty="0"/>
              <a:t>파이프라인에서 핵심이 되는 부분을 주의할 것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458200" cy="2611099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/>
              <a:t>ML </a:t>
            </a:r>
            <a:r>
              <a:rPr dirty="0" err="1"/>
              <a:t>프로젝트는</a:t>
            </a:r>
            <a:r>
              <a:rPr dirty="0"/>
              <a:t> ‘Data </a:t>
            </a:r>
            <a:r>
              <a:rPr dirty="0" err="1"/>
              <a:t>Preparation’과</a:t>
            </a:r>
            <a:r>
              <a:rPr dirty="0"/>
              <a:t> ‘Model Training’ 두 </a:t>
            </a:r>
            <a:r>
              <a:rPr dirty="0" err="1"/>
              <a:t>파이프라인</a:t>
            </a:r>
            <a:r>
              <a:rPr dirty="0"/>
              <a:t>. 둘 다 </a:t>
            </a:r>
            <a:r>
              <a:rPr dirty="0" err="1"/>
              <a:t>결과물이</a:t>
            </a:r>
            <a:r>
              <a:rPr dirty="0"/>
              <a:t> </a:t>
            </a:r>
            <a:r>
              <a:rPr dirty="0" err="1"/>
              <a:t>있어야</a:t>
            </a:r>
            <a:r>
              <a:rPr dirty="0"/>
              <a:t> 함.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/>
              <a:t>SMILES → Mol(</a:t>
            </a:r>
            <a:r>
              <a:rPr dirty="0" err="1"/>
              <a:t>RDKit</a:t>
            </a:r>
            <a:r>
              <a:rPr dirty="0"/>
              <a:t>) → Descriptor — ‘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숫자로</a:t>
            </a:r>
            <a:r>
              <a:rPr dirty="0"/>
              <a:t>’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Data Prep의 </a:t>
            </a:r>
            <a:r>
              <a:rPr dirty="0" err="1"/>
              <a:t>핵심</a:t>
            </a:r>
            <a:r>
              <a:rPr dirty="0"/>
              <a:t>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/>
              <a:t>label </a:t>
            </a:r>
            <a:r>
              <a:rPr dirty="0" err="1"/>
              <a:t>만들</a:t>
            </a:r>
            <a:r>
              <a:rPr dirty="0"/>
              <a:t> 때: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화합물에</a:t>
            </a:r>
            <a:r>
              <a:rPr dirty="0"/>
              <a:t> </a:t>
            </a:r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label이</a:t>
            </a:r>
            <a:r>
              <a:rPr dirty="0"/>
              <a:t> </a:t>
            </a:r>
            <a:r>
              <a:rPr dirty="0" err="1"/>
              <a:t>충돌하면</a:t>
            </a:r>
            <a:r>
              <a:rPr dirty="0"/>
              <a:t> </a:t>
            </a:r>
            <a:r>
              <a:rPr dirty="0" err="1"/>
              <a:t>데이터에서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직전</a:t>
            </a:r>
            <a:r>
              <a:rPr dirty="0"/>
              <a:t> cleanup: </a:t>
            </a:r>
            <a:r>
              <a:rPr dirty="0" err="1"/>
              <a:t>NaN</a:t>
            </a:r>
            <a:r>
              <a:rPr dirty="0"/>
              <a:t> </a:t>
            </a:r>
            <a:r>
              <a:rPr dirty="0" err="1"/>
              <a:t>컬럼</a:t>
            </a:r>
            <a:r>
              <a:rPr dirty="0"/>
              <a:t> </a:t>
            </a:r>
            <a:r>
              <a:rPr dirty="0" err="1"/>
              <a:t>dropna</a:t>
            </a:r>
            <a:r>
              <a:rPr dirty="0"/>
              <a:t>(axis=1) + std&lt;0.01 </a:t>
            </a:r>
            <a:r>
              <a:rPr dirty="0" err="1"/>
              <a:t>컬럼</a:t>
            </a:r>
            <a:r>
              <a:rPr dirty="0"/>
              <a:t> </a:t>
            </a:r>
            <a:r>
              <a:rPr dirty="0" err="1"/>
              <a:t>제거</a:t>
            </a:r>
            <a:r>
              <a:rPr dirty="0"/>
              <a:t>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/>
              <a:t>5-fold </a:t>
            </a:r>
            <a:r>
              <a:rPr dirty="0" err="1"/>
              <a:t>CV가</a:t>
            </a:r>
            <a:r>
              <a:rPr dirty="0"/>
              <a:t> ‘</a:t>
            </a:r>
            <a:r>
              <a:rPr dirty="0" err="1"/>
              <a:t>진짜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’. train accuracy 1.0은 </a:t>
            </a: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의심</a:t>
            </a:r>
            <a:r>
              <a:rPr dirty="0"/>
              <a:t>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/>
              <a:t>Grid Search = hyperparameter </a:t>
            </a:r>
            <a:r>
              <a:rPr dirty="0" err="1"/>
              <a:t>조합을</a:t>
            </a:r>
            <a:r>
              <a:rPr dirty="0"/>
              <a:t> for-</a:t>
            </a:r>
            <a:r>
              <a:rPr dirty="0" err="1"/>
              <a:t>loop으로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.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DataFrame</a:t>
            </a:r>
            <a:r>
              <a:rPr dirty="0"/>
              <a:t> → CSV → </a:t>
            </a:r>
            <a:r>
              <a:rPr dirty="0" err="1"/>
              <a:t>그래프</a:t>
            </a:r>
            <a:r>
              <a:rPr dirty="0"/>
              <a:t>.</a:t>
            </a:r>
            <a:endParaRPr lang="en-US" dirty="0"/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 err="1"/>
              <a:t>표준화</a:t>
            </a:r>
            <a:r>
              <a:rPr dirty="0"/>
              <a:t>: LR/MLP/</a:t>
            </a:r>
            <a:r>
              <a:rPr dirty="0" err="1"/>
              <a:t>SVM은</a:t>
            </a:r>
            <a:r>
              <a:rPr dirty="0"/>
              <a:t> </a:t>
            </a:r>
            <a:r>
              <a:rPr dirty="0" err="1"/>
              <a:t>필수</a:t>
            </a:r>
            <a:r>
              <a:rPr dirty="0"/>
              <a:t>, Tree/RF/</a:t>
            </a:r>
            <a:r>
              <a:rPr dirty="0" err="1"/>
              <a:t>XGB는</a:t>
            </a:r>
            <a:r>
              <a:rPr dirty="0"/>
              <a:t> </a:t>
            </a:r>
            <a:r>
              <a:rPr dirty="0" err="1"/>
              <a:t>불필요</a:t>
            </a:r>
            <a:r>
              <a:rPr dirty="0"/>
              <a:t>. </a:t>
            </a:r>
            <a:r>
              <a:rPr dirty="0" err="1"/>
              <a:t>SVM은</a:t>
            </a:r>
            <a:r>
              <a:rPr dirty="0"/>
              <a:t> linear </a:t>
            </a:r>
            <a:r>
              <a:rPr dirty="0" err="1"/>
              <a:t>커널도</a:t>
            </a:r>
            <a:r>
              <a:rPr dirty="0"/>
              <a:t> </a:t>
            </a:r>
            <a:r>
              <a:rPr dirty="0" err="1"/>
              <a:t>필수</a:t>
            </a:r>
            <a:r>
              <a:rPr dirty="0"/>
              <a:t>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100">
                <a:solidFill>
                  <a:srgbClr val="212121"/>
                </a:solidFill>
                <a:latin typeface="Malgun Gothic"/>
              </a:defRPr>
            </a:pP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결과물</a:t>
            </a:r>
            <a:r>
              <a:rPr dirty="0"/>
              <a:t> = .</a:t>
            </a:r>
            <a:r>
              <a:rPr dirty="0" err="1"/>
              <a:t>joblib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. features + scaler + model 세 </a:t>
            </a:r>
            <a:r>
              <a:rPr dirty="0" err="1"/>
              <a:t>가지를</a:t>
            </a:r>
            <a:r>
              <a:rPr dirty="0"/>
              <a:t> </a:t>
            </a:r>
            <a:r>
              <a:rPr dirty="0" err="1"/>
              <a:t>같이</a:t>
            </a:r>
            <a:r>
              <a:rPr dirty="0"/>
              <a:t> </a:t>
            </a:r>
            <a:r>
              <a:rPr dirty="0" err="1"/>
              <a:t>저장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92620"/>
            <a:ext cx="8183879" cy="36226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448040"/>
            <a:ext cx="790956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🎓 </a:t>
            </a:r>
            <a:r>
              <a:rPr lang="ko-KR" altLang="en-US" dirty="0"/>
              <a:t>기말고사</a:t>
            </a:r>
            <a:r>
              <a:rPr lang="en-US" altLang="ko-KR" dirty="0"/>
              <a:t>: NTP ICE</a:t>
            </a:r>
            <a:r>
              <a:rPr lang="ko-KR" altLang="en-US" dirty="0"/>
              <a:t>의 </a:t>
            </a:r>
            <a:r>
              <a:rPr dirty="0"/>
              <a:t>새</a:t>
            </a:r>
            <a:r>
              <a:rPr lang="ko-KR" altLang="en-US" dirty="0"/>
              <a:t>로운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lang="ko-KR" altLang="en-US" dirty="0"/>
              <a:t>동일</a:t>
            </a:r>
            <a:r>
              <a:rPr dirty="0"/>
              <a:t> </a:t>
            </a:r>
            <a:r>
              <a:rPr dirty="0" err="1"/>
              <a:t>파이프라인을</a:t>
            </a:r>
            <a:r>
              <a:rPr dirty="0"/>
              <a:t> </a:t>
            </a:r>
            <a:r>
              <a:rPr lang="ko-KR" altLang="en-US" dirty="0"/>
              <a:t>거쳐서 새로운 모델을 만드는 것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23/24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371600" cy="41148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rPr lang="en-US"/>
              <a:t>NEXT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65960" y="228600"/>
            <a:ext cx="676656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2400" b="1">
                <a:solidFill>
                  <a:srgbClr val="1F3A68"/>
                </a:solidFill>
                <a:latin typeface="Malgun Gothic"/>
              </a:defRPr>
            </a:pPr>
            <a:r>
              <a:rPr lang="ko-KR" altLang="en-US" dirty="0"/>
              <a:t>남은 강의 </a:t>
            </a:r>
            <a:r>
              <a:rPr lang="en-US" altLang="ko-KR" dirty="0"/>
              <a:t>— </a:t>
            </a:r>
            <a:r>
              <a:rPr lang="ko-KR" altLang="en-US" dirty="0"/>
              <a:t>기말 프로젝트 준비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965960" y="713232"/>
            <a:ext cx="6766560" cy="206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defRPr sz="11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Antigravity</a:t>
            </a:r>
            <a:r>
              <a:rPr lang="ko-KR" altLang="en-US"/>
              <a:t>로 데이터 분석 </a:t>
            </a:r>
            <a:r>
              <a:rPr lang="en-US" altLang="ko-KR"/>
              <a:t>+ Grid Search</a:t>
            </a:r>
            <a:r>
              <a:rPr lang="ko-KR" altLang="en-US"/>
              <a:t>를 효율화하는 라이브러리</a:t>
            </a:r>
            <a:r>
              <a:rPr lang="en-US" altLang="ko-KR"/>
              <a:t>(PyCaret · Optuna)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8183879" cy="2286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458200" cy="2203295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100" b="1" dirty="0">
                <a:solidFill>
                  <a:srgbClr val="1F3A68"/>
                </a:solidFill>
                <a:latin typeface="Malgun Gothic"/>
              </a:rPr>
              <a:t>학기 일정 — </a:t>
            </a:r>
            <a:r>
              <a:rPr lang="en-US" sz="1100" dirty="0" err="1">
                <a:solidFill>
                  <a:srgbClr val="212121"/>
                </a:solidFill>
                <a:latin typeface="Malgun Gothic"/>
              </a:rPr>
              <a:t>남은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 기간은 기말 프로젝트 준비에 집중.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ko-KR" altLang="en-US" sz="1100" b="1" dirty="0">
                <a:solidFill>
                  <a:srgbClr val="1F3A68"/>
                </a:solidFill>
                <a:latin typeface="Malgun Gothic"/>
              </a:rPr>
              <a:t>코딩 에이전트</a:t>
            </a:r>
            <a:r>
              <a:rPr lang="en-US" altLang="ko-KR" sz="1100" b="1" dirty="0">
                <a:solidFill>
                  <a:srgbClr val="1F3A68"/>
                </a:solidFill>
                <a:latin typeface="Malgun Gothic"/>
              </a:rPr>
              <a:t>(</a:t>
            </a:r>
            <a:r>
              <a:rPr lang="en-US" sz="1100" b="1" dirty="0">
                <a:solidFill>
                  <a:srgbClr val="1F3A68"/>
                </a:solidFill>
                <a:latin typeface="Malgun Gothic"/>
              </a:rPr>
              <a:t>Antigravity)로 데이터 분석 — 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CSV </a:t>
            </a:r>
            <a:r>
              <a:rPr lang="ko-KR" altLang="en-US" sz="1100" dirty="0">
                <a:solidFill>
                  <a:srgbClr val="212121"/>
                </a:solidFill>
                <a:latin typeface="Malgun Gothic"/>
              </a:rPr>
              <a:t>파일을 바탕으로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 </a:t>
            </a:r>
            <a:r>
              <a:rPr lang="en-US" sz="1100" dirty="0" err="1">
                <a:solidFill>
                  <a:srgbClr val="212121"/>
                </a:solidFill>
                <a:latin typeface="Malgun Gothic"/>
              </a:rPr>
              <a:t>모델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 </a:t>
            </a:r>
            <a:r>
              <a:rPr lang="ko-KR" altLang="en-US" sz="1100" dirty="0">
                <a:solidFill>
                  <a:srgbClr val="212121"/>
                </a:solidFill>
                <a:latin typeface="Malgun Gothic"/>
              </a:rPr>
              <a:t>개발에 적합한 데이터 선택을 위한 분석 진행</a:t>
            </a:r>
            <a:r>
              <a:rPr lang="en-US" altLang="ko-KR" sz="1100" dirty="0">
                <a:solidFill>
                  <a:srgbClr val="212121"/>
                </a:solidFill>
                <a:latin typeface="Malgun Gothic"/>
              </a:rPr>
              <a:t>.</a:t>
            </a:r>
            <a:endParaRPr lang="en-US" sz="1100" dirty="0">
              <a:solidFill>
                <a:srgbClr val="212121"/>
              </a:solidFill>
              <a:latin typeface="Malgun Gothic"/>
            </a:endParaRP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100" b="1" dirty="0">
                <a:solidFill>
                  <a:srgbClr val="1F3A68"/>
                </a:solidFill>
                <a:latin typeface="Malgun Gothic"/>
              </a:rPr>
              <a:t>왜 Grid Search 자동화? — 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모델·하이퍼파라미터 조합이 늘면 for-loop은 비효율. 더 적은 시도로 더 좋은 조합을 </a:t>
            </a:r>
            <a:r>
              <a:rPr lang="en-US" sz="1100" dirty="0" err="1">
                <a:solidFill>
                  <a:srgbClr val="212121"/>
                </a:solidFill>
                <a:latin typeface="Malgun Gothic"/>
              </a:rPr>
              <a:t>찾는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 </a:t>
            </a:r>
            <a:r>
              <a:rPr lang="en-US" sz="1100" dirty="0" err="1">
                <a:solidFill>
                  <a:srgbClr val="212121"/>
                </a:solidFill>
                <a:latin typeface="Malgun Gothic"/>
              </a:rPr>
              <a:t>도구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 필요.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100" b="1" dirty="0">
                <a:solidFill>
                  <a:srgbClr val="1F3A68"/>
                </a:solidFill>
                <a:latin typeface="Malgun Gothic"/>
              </a:rPr>
              <a:t>PyCaret — 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setup() · compare_models() · tune_model() 몇 줄로 여러 모델을 한 번에 학습/비교. baseline을 빠르게 잡을 때 유용.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100" b="1" dirty="0">
                <a:solidFill>
                  <a:srgbClr val="1F3A68"/>
                </a:solidFill>
                <a:latin typeface="Malgun Gothic"/>
              </a:rPr>
              <a:t>Optuna — 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Bayesian 기반 탐색으로 grid 전체를 돌지 않고도 좋은 조합을 찾음. study.optimize() 호출만으로 시도 이력·중요도까지 시각화.</a:t>
            </a:r>
          </a:p>
          <a:p>
            <a:pPr marL="228600" indent="-228600">
              <a:lnSpc>
                <a:spcPct val="150000"/>
              </a:lnSpc>
              <a:spcAft>
                <a:spcPts val="600"/>
              </a:spcAft>
              <a:buFont typeface="Arial"/>
              <a:buChar char="•"/>
            </a:pPr>
            <a:r>
              <a:rPr lang="en-US" sz="1100" b="1" dirty="0">
                <a:solidFill>
                  <a:srgbClr val="1F3A68"/>
                </a:solidFill>
                <a:latin typeface="Malgun Gothic"/>
              </a:rPr>
              <a:t>기말 프로젝트 산출물 — </a:t>
            </a:r>
            <a:r>
              <a:rPr lang="en-US" sz="1100" dirty="0">
                <a:solidFill>
                  <a:srgbClr val="212121"/>
                </a:solidFill>
                <a:latin typeface="Malgun Gothic"/>
              </a:rPr>
              <a:t>① 데이터 준비 코드 ② 모델 학습/튜닝 코드 ③ 5-fold CV 성능 비교 ④ 최종 .joblib · 분석 리포트.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139738"/>
            <a:ext cx="8183879" cy="615142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148229"/>
            <a:ext cx="7909560" cy="55521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rPr lang="en-US" altLang="ko-KR" dirty="0"/>
              <a:t>Bottom line: </a:t>
            </a:r>
            <a:r>
              <a:rPr lang="ko-KR" altLang="en-US" dirty="0"/>
              <a:t>직접 짠 </a:t>
            </a:r>
            <a:r>
              <a:rPr lang="en-US" altLang="ko-KR" dirty="0"/>
              <a:t>for-loop</a:t>
            </a:r>
            <a:r>
              <a:rPr lang="ko-KR" altLang="en-US" dirty="0"/>
              <a:t>은 학습용</a:t>
            </a:r>
            <a:r>
              <a:rPr lang="en-US" altLang="ko-KR" dirty="0"/>
              <a:t>. </a:t>
            </a:r>
            <a:r>
              <a:rPr lang="ko-KR" altLang="en-US" dirty="0"/>
              <a:t>실제 프로젝트에서는 </a:t>
            </a:r>
            <a:r>
              <a:rPr lang="en-US" altLang="ko-KR" dirty="0" err="1"/>
              <a:t>PyCaret</a:t>
            </a:r>
            <a:r>
              <a:rPr lang="en-US" altLang="ko-KR" dirty="0"/>
              <a:t> · </a:t>
            </a:r>
            <a:r>
              <a:rPr lang="en-US" altLang="ko-KR" dirty="0" err="1"/>
              <a:t>Optuna</a:t>
            </a:r>
            <a:r>
              <a:rPr lang="ko-KR" altLang="en-US" dirty="0"/>
              <a:t>로 탐색을 자동화</a:t>
            </a:r>
            <a:r>
              <a:rPr lang="en-US" altLang="ko-KR" dirty="0"/>
              <a:t>. </a:t>
            </a:r>
            <a:r>
              <a:rPr lang="ko-KR" altLang="en-US" dirty="0"/>
              <a:t>새로운 데이터 선택 시 코딩 에이전트로 분석</a:t>
            </a:r>
            <a:r>
              <a:rPr lang="en-US" altLang="ko-KR" dirty="0"/>
              <a:t>/</a:t>
            </a:r>
            <a:r>
              <a:rPr lang="ko-KR" altLang="en-US" dirty="0"/>
              <a:t>시각화해서 의사 결정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defRPr sz="900" b="0">
                <a:solidFill>
                  <a:srgbClr val="55606F"/>
                </a:solidFill>
                <a:latin typeface="Malgun Gothic"/>
              </a:defRPr>
            </a:pPr>
            <a:r>
              <a:rPr lang="en-US" altLang="ko-KR"/>
              <a:t>24/24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814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66638D-B087-4D8E-A505-8692B2FA5F6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1775cdf9-5912-4c2d-a820-64882abce7a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4029</Words>
  <Application>Microsoft Office PowerPoint</Application>
  <PresentationFormat>화면 슬라이드 쇼(16:9)</PresentationFormat>
  <Paragraphs>520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SHIN HYUN KIL</cp:lastModifiedBy>
  <cp:revision>1</cp:revision>
  <dcterms:created xsi:type="dcterms:W3CDTF">2013-01-27T09:14:16Z</dcterms:created>
  <dcterms:modified xsi:type="dcterms:W3CDTF">2026-05-11T11:04:26Z</dcterms:modified>
  <cp:category/>
</cp:coreProperties>
</file>